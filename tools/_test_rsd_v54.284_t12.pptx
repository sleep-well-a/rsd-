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  <p:sldMasterId id="2147483660" r:id="rId2"/>
  </p:sldMasterIdLst>
  <p:notesMasterIdLst>
    <p:notesMasterId r:id="rId32"/>
  </p:notesMasterIdLst>
  <p:sldIdLst>
    <p:sldId id="261" r:id="rId3"/>
    <p:sldId id="263" r:id="rId4"/>
    <p:sldId id="264" r:id="rId5"/>
    <p:sldId id="269" r:id="rId6"/>
    <p:sldId id="270" r:id="rId8"/>
    <p:sldId id="265" r:id="rId10"/>
    <p:sldId id="274" r:id="rId12"/>
    <p:sldId id="277" r:id="rId16"/>
    <p:sldId id="278" r:id="rId17"/>
    <p:sldId id="280" r:id="rId19"/>
    <p:sldId id="281" r:id="rId21"/>
    <p:sldId id="284" r:id="rId24"/>
    <p:sldId id="288" r:id="rId29"/>
    <p:sldId id="289" r:id="rId30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8280"/>
    <a:srgbClr val="E1D3B8"/>
    <a:srgbClr val="2CBEFD"/>
    <a:srgbClr val="9A2424"/>
    <a:srgbClr val="68DB13"/>
    <a:srgbClr val="FF9425"/>
    <a:srgbClr val="FF3399"/>
    <a:srgbClr val="16557F"/>
    <a:srgbClr val="0B83CF"/>
    <a:srgbClr val="29B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0" autoAdjust="0"/>
    <p:restoredTop sz="96318" autoAdjust="0"/>
  </p:normalViewPr>
  <p:slideViewPr>
    <p:cSldViewPr snapToGrid="0">
      <p:cViewPr varScale="1">
        <p:scale>
          <a:sx n="109" d="100"/>
          <a:sy n="109" d="100"/>
        </p:scale>
        <p:origin x="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8" Type="http://schemas.openxmlformats.org/officeDocument/2006/relationships/slide" Target="slides/slide6.xml"/><Relationship Id="rId10" Type="http://schemas.openxmlformats.org/officeDocument/2006/relationships/slide" Target="slides/slide8.xml"/><Relationship Id="rId12" Type="http://schemas.openxmlformats.org/officeDocument/2006/relationships/slide" Target="slides/slide10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9" Type="http://schemas.openxmlformats.org/officeDocument/2006/relationships/slide" Target="slides/slide17.xml"/><Relationship Id="rId21" Type="http://schemas.openxmlformats.org/officeDocument/2006/relationships/slide" Target="slides/slide19.xml"/><Relationship Id="rId24" Type="http://schemas.openxmlformats.org/officeDocument/2006/relationships/slide" Target="slides/slide22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2" Type="http://schemas.openxmlformats.org/officeDocument/2006/relationships/notesMaster" Target="notesMasters/notesMaster1.xml"/><Relationship Id="rId33" Type="http://schemas.openxmlformats.org/officeDocument/2006/relationships/tags" Target="tags/tag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0BFD8-3EFB-4662-A6C5-0617795C5F14}" type="datetimeFigureOut">
              <a:rPr lang="zh-CN" altLang="en-US" smtClean="0"/>
              <a:t>2020/3/18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E4D13-0F77-4153-B279-5BD9F682C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74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E4D13-0F77-4153-B279-5BD9F682CDE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338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E4D13-0F77-4153-B279-5BD9F682CDE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643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E4D13-0F77-4153-B279-5BD9F682CDE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970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E4D13-0F77-4153-B279-5BD9F682CDE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688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E4D13-0F77-4153-B279-5BD9F682CDE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9521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E4D13-0F77-4153-B279-5BD9F682CDE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16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E4D13-0F77-4153-B279-5BD9F682CDE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949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E4D13-0F77-4153-B279-5BD9F682CDE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6982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E4D13-0F77-4153-B279-5BD9F682CDE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5464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E4D13-0F77-4153-B279-5BD9F682CDE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7347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E4D13-0F77-4153-B279-5BD9F682CDE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3230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E4D13-0F77-4153-B279-5BD9F682CDE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77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E4D13-0F77-4153-B279-5BD9F682CDE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2052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E4D13-0F77-4153-B279-5BD9F682CDE0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619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2675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:p15="http://schemas.microsoft.com/office/powerpoint/2012/main" xmlns="">
      <p:transition spd="slow" advClick="0" advTm="2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228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:p15="http://schemas.microsoft.com/office/powerpoint/2012/main" xmlns="">
      <p:transition spd="slow" advClick="0" advTm="2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1750116" y="3715288"/>
            <a:ext cx="1800000" cy="424732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二级目录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3785626" y="3715288"/>
            <a:ext cx="1800000" cy="424732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二级目录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2" hasCustomPrompt="1"/>
          </p:nvPr>
        </p:nvSpPr>
        <p:spPr>
          <a:xfrm>
            <a:off x="1750116" y="4351075"/>
            <a:ext cx="1800000" cy="424732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二级目录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3" hasCustomPrompt="1"/>
          </p:nvPr>
        </p:nvSpPr>
        <p:spPr>
          <a:xfrm>
            <a:off x="3785626" y="4351075"/>
            <a:ext cx="1800000" cy="424732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二级目录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4" hasCustomPrompt="1"/>
          </p:nvPr>
        </p:nvSpPr>
        <p:spPr>
          <a:xfrm>
            <a:off x="2403139" y="2479939"/>
            <a:ext cx="2519362" cy="535531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一级标题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5" hasCustomPrompt="1"/>
          </p:nvPr>
        </p:nvSpPr>
        <p:spPr>
          <a:xfrm>
            <a:off x="2392820" y="3015470"/>
            <a:ext cx="2540000" cy="313932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/>
              <a:t>YIJIBIAOTI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96103" y="1923346"/>
            <a:ext cx="3374726" cy="337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507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:p15="http://schemas.microsoft.com/office/powerpoint/2012/main" xmlns="">
      <p:transition spd="slow" advClick="0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</p:cTn>
                        </p:par>
                        <p:par>
                          <p:cTn id="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" presetID="9" presetClass="entr" presetSubtype="0" fill="hold" nodeType="afterEffect"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10" presetID="42" presetClass="entr" presetSubtype="0" fill="hold" grpId="4" nodeType="afterEffect"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5" nodeType="withEffect"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2" nodeType="withEffect"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3" nodeType="withEffect"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3" grpId="1" build="p"/>
      <p:bldP spid="15" grpId="2" build="p"/>
      <p:bldP spid="17" grpId="3" build="p"/>
      <p:bldP spid="19" grpId="4" build="p"/>
      <p:bldP spid="21" grpId="5" build="p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285522" y="51558"/>
            <a:ext cx="1620957" cy="523220"/>
          </a:xfrm>
          <a:prstGeom prst="rect">
            <a:avLst/>
          </a:prstGeom>
        </p:spPr>
        <p:txBody>
          <a:bodyPr wrap="none" anchor="ctr" anchorCtr="0">
            <a:spAutoFit/>
          </a:bodyPr>
          <a:lstStyle>
            <a:lvl1pPr algn="ctr">
              <a:lnSpc>
                <a:spcPct val="100000"/>
              </a:lnSpc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128585"/>
            <a:ext cx="5285523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9E76B84F-0957-4FE4-8506-5011661E409F}"/>
              </a:ext>
            </a:extLst>
          </p:cNvPr>
          <p:cNvSpPr/>
          <p:nvPr userDrawn="1"/>
        </p:nvSpPr>
        <p:spPr>
          <a:xfrm>
            <a:off x="6907284" y="128585"/>
            <a:ext cx="5285523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16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:p15="http://schemas.microsoft.com/office/powerpoint/2012/main" xmlns="">
      <p:transition spd="slow" advClick="0" advTm="2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CDA3ED-71EA-4841-8BBD-ABD29DF9F449}" type="datetimeFigureOut">
              <a:rPr lang="zh-CN" altLang="en-US" smtClean="0"/>
              <a:t>2020/3/18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F66BBAD-8FB9-49DF-AAE2-11A181007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877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:p15="http://schemas.microsoft.com/office/powerpoint/2012/main" xmlns="">
      <p:transition spd="slow" advClick="0" advTm="2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CDA3ED-71EA-4841-8BBD-ABD29DF9F449}" type="datetimeFigureOut">
              <a:rPr lang="zh-CN" altLang="en-US" smtClean="0"/>
              <a:t>2020/3/18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F66BBAD-8FB9-49DF-AAE2-11A181007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2601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:p15="http://schemas.microsoft.com/office/powerpoint/2012/main" xmlns="">
      <p:transition spd="slow" advClick="0" advTm="2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CDA3ED-71EA-4841-8BBD-ABD29DF9F449}" type="datetimeFigureOut">
              <a:rPr lang="zh-CN" altLang="en-US" smtClean="0"/>
              <a:t>2020/3/18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F66BBAD-8FB9-49DF-AAE2-11A181007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13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:p15="http://schemas.microsoft.com/office/powerpoint/2012/main" xmlns="">
      <p:transition spd="slow" advClick="0" advTm="2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CDA3ED-71EA-4841-8BBD-ABD29DF9F449}" type="datetimeFigureOut">
              <a:rPr lang="zh-CN" altLang="en-US" smtClean="0"/>
              <a:t>2020/3/18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F66BBAD-8FB9-49DF-AAE2-11A181007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14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:p15="http://schemas.microsoft.com/office/powerpoint/2012/main" xmlns="">
      <p:transition spd="slow" advClick="0" advTm="2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CDA3ED-71EA-4841-8BBD-ABD29DF9F449}" type="datetimeFigureOut">
              <a:rPr lang="zh-CN" altLang="en-US" smtClean="0"/>
              <a:t>2020/3/18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F66BBAD-8FB9-49DF-AAE2-11A181007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548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:p15="http://schemas.microsoft.com/office/powerpoint/2012/main" xmlns="">
      <p:transition spd="slow" advClick="0" advTm="2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CDA3ED-71EA-4841-8BBD-ABD29DF9F449}" type="datetimeFigureOut">
              <a:rPr lang="zh-CN" altLang="en-US" smtClean="0"/>
              <a:t>2020/3/18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F66BBAD-8FB9-49DF-AAE2-11A181007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007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:p15="http://schemas.microsoft.com/office/powerpoint/2012/main" xmlns="">
      <p:transition spd="slow" advClick="0" advTm="2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2020/3/18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9429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2020/3/18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46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2020/3/18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6704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2020/3/18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6617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2020/3/18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6857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2020/3/18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1661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2020/3/18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4510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2020/3/18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1527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2020/3/18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0563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2020/3/18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03090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2020/3/18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33081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3459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:p15="http://schemas.microsoft.com/office/powerpoint/2012/main" xmlns="">
      <p:transition spd="slow" advClick="0" advTm="2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2020/3/18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966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eg"/><Relationship Id="rId4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90.xml"/><Relationship Id="rId2" Type="http://schemas.openxmlformats.org/officeDocument/2006/relationships/tags" Target="../tags/tag91.xml"/><Relationship Id="rId3" Type="http://schemas.openxmlformats.org/officeDocument/2006/relationships/tags" Target="../tags/tag92.xml"/><Relationship Id="rId4" Type="http://schemas.openxmlformats.org/officeDocument/2006/relationships/tags" Target="../tags/tag93.xml"/><Relationship Id="rId5" Type="http://schemas.openxmlformats.org/officeDocument/2006/relationships/tags" Target="../tags/tag94.xml"/><Relationship Id="rId6" Type="http://schemas.openxmlformats.org/officeDocument/2006/relationships/tags" Target="../tags/tag95.xml"/><Relationship Id="rId7" Type="http://schemas.openxmlformats.org/officeDocument/2006/relationships/tags" Target="../tags/tag96.xml"/><Relationship Id="rId8" Type="http://schemas.openxmlformats.org/officeDocument/2006/relationships/tags" Target="../tags/tag97.xml"/><Relationship Id="rId9" Type="http://schemas.openxmlformats.org/officeDocument/2006/relationships/tags" Target="../tags/tag98.xml"/><Relationship Id="rId10" Type="http://schemas.openxmlformats.org/officeDocument/2006/relationships/tags" Target="../tags/tag99.xml"/><Relationship Id="rId11" Type="http://schemas.openxmlformats.org/officeDocument/2006/relationships/tags" Target="../tags/tag100.xml"/><Relationship Id="rId12" Type="http://schemas.openxmlformats.org/officeDocument/2006/relationships/tags" Target="../tags/tag101.xml"/><Relationship Id="rId13" Type="http://schemas.openxmlformats.org/officeDocument/2006/relationships/tags" Target="../tags/tag102.xml"/><Relationship Id="rId14" Type="http://schemas.openxmlformats.org/officeDocument/2006/relationships/tags" Target="../tags/tag103.xml"/><Relationship Id="rId15" Type="http://schemas.openxmlformats.org/officeDocument/2006/relationships/tags" Target="../tags/tag104.xml"/><Relationship Id="rId16" Type="http://schemas.openxmlformats.org/officeDocument/2006/relationships/tags" Target="../tags/tag105.xml"/><Relationship Id="rId17" Type="http://schemas.openxmlformats.org/officeDocument/2006/relationships/tags" Target="../tags/tag106.xml"/><Relationship Id="rId18" Type="http://schemas.openxmlformats.org/officeDocument/2006/relationships/tags" Target="../tags/tag107.xml"/><Relationship Id="rId19" Type="http://schemas.openxmlformats.org/officeDocument/2006/relationships/tags" Target="../tags/tag108.xml"/><Relationship Id="rId20" Type="http://schemas.openxmlformats.org/officeDocument/2006/relationships/tags" Target="../tags/tag109.xml"/><Relationship Id="rId21" Type="http://schemas.openxmlformats.org/officeDocument/2006/relationships/tags" Target="../tags/tag110.xml"/><Relationship Id="rId22" Type="http://schemas.openxmlformats.org/officeDocument/2006/relationships/tags" Target="../tags/tag111.xml"/><Relationship Id="rId23" Type="http://schemas.openxmlformats.org/officeDocument/2006/relationships/tags" Target="../tags/tag112.xml"/><Relationship Id="rId24" Type="http://schemas.openxmlformats.org/officeDocument/2006/relationships/tags" Target="../tags/tag113.xml"/><Relationship Id="rId25" Type="http://schemas.openxmlformats.org/officeDocument/2006/relationships/tags" Target="../tags/tag114.xml"/><Relationship Id="rId26" Type="http://schemas.openxmlformats.org/officeDocument/2006/relationships/slideLayout" Target="../slideLayouts/slideLayout4.xml"/><Relationship Id="rId2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eg"/><Relationship Id="rId4" Type="http://schemas.openxmlformats.org/officeDocument/2006/relationships/image" Target="../media/image10.jpeg"/><Relationship Id="rId5" Type="http://schemas.openxmlformats.org/officeDocument/2006/relationships/image" Target="../media/image11.jpeg"/><Relationship Id="rId6" Type="http://schemas.openxmlformats.org/officeDocument/2006/relationships/image" Target="../media/image12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115.xml"/><Relationship Id="rId2" Type="http://schemas.openxmlformats.org/officeDocument/2006/relationships/tags" Target="../tags/tag116.xml"/><Relationship Id="rId3" Type="http://schemas.openxmlformats.org/officeDocument/2006/relationships/tags" Target="../tags/tag117.xml"/><Relationship Id="rId4" Type="http://schemas.openxmlformats.org/officeDocument/2006/relationships/tags" Target="../tags/tag118.xml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119.xml"/><Relationship Id="rId2" Type="http://schemas.openxmlformats.org/officeDocument/2006/relationships/tags" Target="../tags/tag120.xml"/><Relationship Id="rId3" Type="http://schemas.openxmlformats.org/officeDocument/2006/relationships/tags" Target="../tags/tag121.xml"/><Relationship Id="rId4" Type="http://schemas.openxmlformats.org/officeDocument/2006/relationships/tags" Target="../tags/tag122.xml"/><Relationship Id="rId5" Type="http://schemas.openxmlformats.org/officeDocument/2006/relationships/tags" Target="../tags/tag123.xml"/><Relationship Id="rId6" Type="http://schemas.openxmlformats.org/officeDocument/2006/relationships/tags" Target="../tags/tag124.xml"/><Relationship Id="rId7" Type="http://schemas.openxmlformats.org/officeDocument/2006/relationships/tags" Target="../tags/tag125.xml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jpg"/><Relationship Id="rId4" Type="http://schemas.openxmlformats.org/officeDocument/2006/relationships/image" Target="../media/image15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7480" y="104356"/>
            <a:ext cx="4837040" cy="6723254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1E9AB4F3-E437-4EDB-BD51-59E749273FA5}"/>
              </a:ext>
            </a:extLst>
          </p:cNvPr>
          <p:cNvGrpSpPr/>
          <p:nvPr/>
        </p:nvGrpSpPr>
        <p:grpSpPr>
          <a:xfrm>
            <a:off x="1002328" y="2665464"/>
            <a:ext cx="9944668" cy="1527072"/>
            <a:chOff x="1002328" y="2872407"/>
            <a:chExt cx="9944668" cy="1527072"/>
          </a:xfrm>
        </p:grpSpPr>
        <p:sp>
          <p:nvSpPr>
            <p:cNvPr id="12" name="文本框 11"/>
            <p:cNvSpPr txBox="1"/>
            <p:nvPr/>
          </p:nvSpPr>
          <p:spPr>
            <a:xfrm>
              <a:off x="1002328" y="2872407"/>
              <a:ext cx="994466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5400" dirty="0" smtClean="0">
                  <a:solidFill>
                    <a:schemeClr val="bg1"/>
                  </a:solidFill>
                  <a:cs typeface="+mn-ea"/>
                  <a:sym typeface="+mn-lt"/>
                </a:rPr>
                <a:t>简约商务</a:t>
              </a:r>
              <a:r>
                <a:rPr lang="en-US" altLang="zh-CN" sz="5400" dirty="0" smtClean="0">
                  <a:solidFill>
                    <a:schemeClr val="bg1"/>
                  </a:solidFill>
                  <a:cs typeface="+mn-ea"/>
                  <a:sym typeface="+mn-lt"/>
                </a:rPr>
                <a:t>/</a:t>
              </a:r>
              <a:r>
                <a:rPr lang="zh-CN" altLang="en-US" sz="5400" dirty="0" smtClean="0">
                  <a:solidFill>
                    <a:schemeClr val="bg1"/>
                  </a:solidFill>
                  <a:cs typeface="+mn-ea"/>
                  <a:sym typeface="+mn-lt"/>
                </a:rPr>
                <a:t>科技风</a:t>
              </a:r>
              <a:r>
                <a:rPr lang="en-US" altLang="zh-CN" sz="5400" dirty="0" smtClean="0">
                  <a:solidFill>
                    <a:schemeClr val="bg1"/>
                  </a:solidFill>
                  <a:cs typeface="+mn-ea"/>
                  <a:sym typeface="+mn-lt"/>
                </a:rPr>
                <a:t>PPT</a:t>
              </a:r>
              <a:r>
                <a:rPr lang="zh-CN" altLang="en-US" sz="5400" dirty="0">
                  <a:solidFill>
                    <a:schemeClr val="bg1"/>
                  </a:solidFill>
                  <a:cs typeface="+mn-ea"/>
                  <a:sym typeface="+mn-lt"/>
                </a:rPr>
                <a:t>模版</a:t>
              </a: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1700910" y="3849098"/>
              <a:ext cx="85475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cs typeface="+mn-ea"/>
                  <a:sym typeface="+mn-lt"/>
                </a:rPr>
                <a:t>COMPANY INTRODUCTION/ENTERPRISE PROFILE</a:t>
              </a:r>
              <a:endParaRPr lang="zh-CN" altLang="en-US" sz="20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1729483" y="4399479"/>
              <a:ext cx="8547504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6908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4916719" y="941000"/>
            <a:ext cx="2007618" cy="2409143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5642786" y="1776370"/>
            <a:ext cx="1653955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3600">
                <a:solidFill>
                  <a:schemeClr val="bg1"/>
                </a:solidFill>
                <a:cs typeface="+mn-ea"/>
                <a:sym typeface="+mn-lt"/>
              </a:rPr>
              <a:t>目录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80649" y="4871226"/>
            <a:ext cx="1704740" cy="461665"/>
          </a:xfrm>
          <a:prstGeom prst="rect">
            <a:avLst/>
          </a:prstGeom>
          <a:noFill/>
        </p:spPr>
        <p:txBody>
          <a:bodyPr wrap="square" lIns="0" rIns="0" rtlCol="0">
            <a:norm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cs typeface="+mn-ea"/>
                <a:sym typeface="+mn-lt"/>
              </a:rPr>
              <a:t>项目概览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498685" y="5242592"/>
            <a:ext cx="2268669" cy="338554"/>
          </a:xfrm>
          <a:prstGeom prst="rect">
            <a:avLst/>
          </a:prstGeom>
          <a:noFill/>
        </p:spPr>
        <p:txBody>
          <a:bodyPr wrap="square" lIns="0" rIns="0" rtlCol="0">
            <a:normAutofit/>
          </a:bodyPr>
          <a:lstStyle/>
          <a:p>
            <a:pPr algn="ctr"/>
            <a:r>
              <a:rPr lang="en-US" altLang="zh-CN" sz="160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PROJECT OVERVIEW</a:t>
            </a:r>
            <a:endParaRPr lang="zh-CN" altLang="en-US" sz="1600">
              <a:solidFill>
                <a:schemeClr val="bg1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012139" y="4871226"/>
            <a:ext cx="1704740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cs typeface="+mn-ea"/>
                <a:sym typeface="+mn-lt"/>
              </a:rPr>
              <a:t>企业文化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2626591" y="5242592"/>
            <a:ext cx="2268669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sz="160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COMPANY CULTRUE</a:t>
            </a:r>
            <a:endParaRPr lang="zh-CN" altLang="en-US" sz="1600">
              <a:solidFill>
                <a:schemeClr val="bg1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243629" y="4871226"/>
            <a:ext cx="1704740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cs typeface="+mn-ea"/>
                <a:sym typeface="+mn-lt"/>
              </a:rPr>
              <a:t>产品服务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4754497" y="5242592"/>
            <a:ext cx="2683007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sz="160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PRODUCT&amp;SERVICES</a:t>
            </a:r>
            <a:endParaRPr lang="zh-CN" altLang="en-US" sz="1600">
              <a:solidFill>
                <a:schemeClr val="bg1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475119" y="4871226"/>
            <a:ext cx="1704740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cs typeface="+mn-ea"/>
                <a:sym typeface="+mn-lt"/>
              </a:rPr>
              <a:t>公司实力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7296741" y="5242592"/>
            <a:ext cx="2268669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sz="160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COMPANY POWER</a:t>
            </a:r>
            <a:endParaRPr lang="zh-CN" altLang="en-US" sz="1600">
              <a:solidFill>
                <a:schemeClr val="bg1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706610" y="4871226"/>
            <a:ext cx="1704740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cs typeface="+mn-ea"/>
                <a:sym typeface="+mn-lt"/>
              </a:rPr>
              <a:t>未来展望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9424646" y="5242592"/>
            <a:ext cx="2268669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sz="160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LOOKING TO FUTURE</a:t>
            </a:r>
            <a:endParaRPr lang="zh-CN" altLang="en-US" sz="1600">
              <a:solidFill>
                <a:schemeClr val="bg1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642786" y="2318468"/>
            <a:ext cx="3647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chemeClr val="bg1"/>
                </a:solidFill>
                <a:cs typeface="+mn-ea"/>
                <a:sym typeface="+mn-lt"/>
              </a:rPr>
              <a:t>CONTENTS</a:t>
            </a:r>
            <a:endParaRPr lang="zh-CN" altLang="en-US" sz="2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642786" y="2742916"/>
            <a:ext cx="3279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chemeClr val="bg1"/>
                </a:solidFill>
                <a:cs typeface="+mn-ea"/>
                <a:sym typeface="+mn-lt"/>
              </a:rPr>
              <a:t>ENTER YOUR COMPANY NAME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4" name="任意多边形 33"/>
          <p:cNvSpPr>
            <a:spLocks noChangeAspect="1"/>
          </p:cNvSpPr>
          <p:nvPr/>
        </p:nvSpPr>
        <p:spPr>
          <a:xfrm>
            <a:off x="10392467" y="4435299"/>
            <a:ext cx="333026" cy="324000"/>
          </a:xfrm>
          <a:custGeom>
            <a:avLst/>
            <a:gdLst>
              <a:gd name="connsiteX0" fmla="*/ 3767944 w 4447469"/>
              <a:gd name="connsiteY0" fmla="*/ 676597 h 4326925"/>
              <a:gd name="connsiteX1" fmla="*/ 720511 w 4447469"/>
              <a:gd name="connsiteY1" fmla="*/ 2247891 h 4326925"/>
              <a:gd name="connsiteX2" fmla="*/ 2077102 w 4447469"/>
              <a:gd name="connsiteY2" fmla="*/ 2247891 h 4326925"/>
              <a:gd name="connsiteX3" fmla="*/ 2077102 w 4447469"/>
              <a:gd name="connsiteY3" fmla="*/ 2356224 h 4326925"/>
              <a:gd name="connsiteX4" fmla="*/ 2090753 w 4447469"/>
              <a:gd name="connsiteY4" fmla="*/ 2356224 h 4326925"/>
              <a:gd name="connsiteX5" fmla="*/ 2090753 w 4447469"/>
              <a:gd name="connsiteY5" fmla="*/ 3675247 h 4326925"/>
              <a:gd name="connsiteX6" fmla="*/ 4447469 w 4447469"/>
              <a:gd name="connsiteY6" fmla="*/ 0 h 4326925"/>
              <a:gd name="connsiteX7" fmla="*/ 4110337 w 4447469"/>
              <a:gd name="connsiteY7" fmla="*/ 649743 h 4326925"/>
              <a:gd name="connsiteX8" fmla="*/ 4112328 w 4447469"/>
              <a:gd name="connsiteY8" fmla="*/ 650857 h 4326925"/>
              <a:gd name="connsiteX9" fmla="*/ 4076792 w 4447469"/>
              <a:gd name="connsiteY9" fmla="*/ 714393 h 4326925"/>
              <a:gd name="connsiteX10" fmla="*/ 3988907 w 4447469"/>
              <a:gd name="connsiteY10" fmla="*/ 883769 h 4326925"/>
              <a:gd name="connsiteX11" fmla="*/ 3984514 w 4447469"/>
              <a:gd name="connsiteY11" fmla="*/ 879375 h 4326925"/>
              <a:gd name="connsiteX12" fmla="*/ 2056247 w 4447469"/>
              <a:gd name="connsiteY12" fmla="*/ 4326925 h 4326925"/>
              <a:gd name="connsiteX13" fmla="*/ 1815388 w 4447469"/>
              <a:gd name="connsiteY13" fmla="*/ 4192208 h 4326925"/>
              <a:gd name="connsiteX14" fmla="*/ 1802753 w 4447469"/>
              <a:gd name="connsiteY14" fmla="*/ 4192208 h 4326925"/>
              <a:gd name="connsiteX15" fmla="*/ 1802753 w 4447469"/>
              <a:gd name="connsiteY15" fmla="*/ 2535891 h 4326925"/>
              <a:gd name="connsiteX16" fmla="*/ 161952 w 4447469"/>
              <a:gd name="connsiteY16" fmla="*/ 2535891 h 4326925"/>
              <a:gd name="connsiteX17" fmla="*/ 131984 w 4447469"/>
              <a:gd name="connsiteY17" fmla="*/ 2551343 h 4326925"/>
              <a:gd name="connsiteX18" fmla="*/ 0 w 4447469"/>
              <a:gd name="connsiteY18" fmla="*/ 2295366 h 4326925"/>
              <a:gd name="connsiteX19" fmla="*/ 3743658 w 4447469"/>
              <a:gd name="connsiteY19" fmla="*/ 365089 h 4326925"/>
              <a:gd name="connsiteX20" fmla="*/ 3743697 w 4447469"/>
              <a:gd name="connsiteY20" fmla="*/ 365166 h 432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447469" h="4326925">
                <a:moveTo>
                  <a:pt x="3767944" y="676597"/>
                </a:moveTo>
                <a:lnTo>
                  <a:pt x="720511" y="2247891"/>
                </a:lnTo>
                <a:lnTo>
                  <a:pt x="2077102" y="2247891"/>
                </a:lnTo>
                <a:lnTo>
                  <a:pt x="2077102" y="2356224"/>
                </a:lnTo>
                <a:lnTo>
                  <a:pt x="2090753" y="2356224"/>
                </a:lnTo>
                <a:lnTo>
                  <a:pt x="2090753" y="3675247"/>
                </a:lnTo>
                <a:close/>
                <a:moveTo>
                  <a:pt x="4447469" y="0"/>
                </a:moveTo>
                <a:lnTo>
                  <a:pt x="4110337" y="649743"/>
                </a:lnTo>
                <a:lnTo>
                  <a:pt x="4112328" y="650857"/>
                </a:lnTo>
                <a:lnTo>
                  <a:pt x="4076792" y="714393"/>
                </a:lnTo>
                <a:lnTo>
                  <a:pt x="3988907" y="883769"/>
                </a:lnTo>
                <a:lnTo>
                  <a:pt x="3984514" y="879375"/>
                </a:lnTo>
                <a:lnTo>
                  <a:pt x="2056247" y="4326925"/>
                </a:lnTo>
                <a:lnTo>
                  <a:pt x="1815388" y="4192208"/>
                </a:lnTo>
                <a:lnTo>
                  <a:pt x="1802753" y="4192208"/>
                </a:lnTo>
                <a:lnTo>
                  <a:pt x="1802753" y="2535891"/>
                </a:lnTo>
                <a:lnTo>
                  <a:pt x="161952" y="2535891"/>
                </a:lnTo>
                <a:lnTo>
                  <a:pt x="131984" y="2551343"/>
                </a:lnTo>
                <a:lnTo>
                  <a:pt x="0" y="2295366"/>
                </a:lnTo>
                <a:lnTo>
                  <a:pt x="3743658" y="365089"/>
                </a:lnTo>
                <a:lnTo>
                  <a:pt x="3743697" y="36516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 34"/>
          <p:cNvSpPr>
            <a:spLocks noChangeAspect="1"/>
          </p:cNvSpPr>
          <p:nvPr/>
        </p:nvSpPr>
        <p:spPr>
          <a:xfrm>
            <a:off x="1532292" y="4435299"/>
            <a:ext cx="201453" cy="324000"/>
          </a:xfrm>
          <a:custGeom>
            <a:avLst/>
            <a:gdLst>
              <a:gd name="connsiteX0" fmla="*/ 677901 w 2374831"/>
              <a:gd name="connsiteY0" fmla="*/ 3412116 h 3819479"/>
              <a:gd name="connsiteX1" fmla="*/ 1644059 w 2374831"/>
              <a:gd name="connsiteY1" fmla="*/ 3412116 h 3819479"/>
              <a:gd name="connsiteX2" fmla="*/ 1644059 w 2374831"/>
              <a:gd name="connsiteY2" fmla="*/ 3636403 h 3819479"/>
              <a:gd name="connsiteX3" fmla="*/ 1452135 w 2374831"/>
              <a:gd name="connsiteY3" fmla="*/ 3636403 h 3819479"/>
              <a:gd name="connsiteX4" fmla="*/ 1406366 w 2374831"/>
              <a:gd name="connsiteY4" fmla="*/ 3819479 h 3819479"/>
              <a:gd name="connsiteX5" fmla="*/ 904644 w 2374831"/>
              <a:gd name="connsiteY5" fmla="*/ 3819479 h 3819479"/>
              <a:gd name="connsiteX6" fmla="*/ 858875 w 2374831"/>
              <a:gd name="connsiteY6" fmla="*/ 3636403 h 3819479"/>
              <a:gd name="connsiteX7" fmla="*/ 677901 w 2374831"/>
              <a:gd name="connsiteY7" fmla="*/ 3636403 h 3819479"/>
              <a:gd name="connsiteX8" fmla="*/ 1210563 w 2374831"/>
              <a:gd name="connsiteY8" fmla="*/ 214813 h 3819479"/>
              <a:gd name="connsiteX9" fmla="*/ 234135 w 2374831"/>
              <a:gd name="connsiteY9" fmla="*/ 1200968 h 3819479"/>
              <a:gd name="connsiteX10" fmla="*/ 530439 w 2374831"/>
              <a:gd name="connsiteY10" fmla="*/ 2356594 h 3819479"/>
              <a:gd name="connsiteX11" fmla="*/ 629422 w 2374831"/>
              <a:gd name="connsiteY11" fmla="*/ 2455121 h 3819479"/>
              <a:gd name="connsiteX12" fmla="*/ 632955 w 2374831"/>
              <a:gd name="connsiteY12" fmla="*/ 2454082 h 3819479"/>
              <a:gd name="connsiteX13" fmla="*/ 634850 w 2374831"/>
              <a:gd name="connsiteY13" fmla="*/ 2460524 h 3819479"/>
              <a:gd name="connsiteX14" fmla="*/ 645415 w 2374831"/>
              <a:gd name="connsiteY14" fmla="*/ 2471041 h 3819479"/>
              <a:gd name="connsiteX15" fmla="*/ 640611 w 2374831"/>
              <a:gd name="connsiteY15" fmla="*/ 2480115 h 3819479"/>
              <a:gd name="connsiteX16" fmla="*/ 825141 w 2374831"/>
              <a:gd name="connsiteY16" fmla="*/ 3107541 h 3819479"/>
              <a:gd name="connsiteX17" fmla="*/ 1520487 w 2374831"/>
              <a:gd name="connsiteY17" fmla="*/ 3107541 h 3819479"/>
              <a:gd name="connsiteX18" fmla="*/ 1697625 w 2374831"/>
              <a:gd name="connsiteY18" fmla="*/ 2505248 h 3819479"/>
              <a:gd name="connsiteX19" fmla="*/ 1694714 w 2374831"/>
              <a:gd name="connsiteY19" fmla="*/ 2499211 h 3819479"/>
              <a:gd name="connsiteX20" fmla="*/ 1701121 w 2374831"/>
              <a:gd name="connsiteY20" fmla="*/ 2493362 h 3819479"/>
              <a:gd name="connsiteX21" fmla="*/ 1703057 w 2374831"/>
              <a:gd name="connsiteY21" fmla="*/ 2486779 h 3819479"/>
              <a:gd name="connsiteX22" fmla="*/ 1707047 w 2374831"/>
              <a:gd name="connsiteY22" fmla="*/ 2487952 h 3819479"/>
              <a:gd name="connsiteX23" fmla="*/ 1814604 w 2374831"/>
              <a:gd name="connsiteY23" fmla="*/ 2389768 h 3819479"/>
              <a:gd name="connsiteX24" fmla="*/ 2146142 w 2374831"/>
              <a:gd name="connsiteY24" fmla="*/ 1237621 h 3819479"/>
              <a:gd name="connsiteX25" fmla="*/ 1210563 w 2374831"/>
              <a:gd name="connsiteY25" fmla="*/ 214813 h 3819479"/>
              <a:gd name="connsiteX26" fmla="*/ 1214591 w 2374831"/>
              <a:gd name="connsiteY26" fmla="*/ 383 h 3819479"/>
              <a:gd name="connsiteX27" fmla="*/ 2356115 w 2374831"/>
              <a:gd name="connsiteY27" fmla="*/ 1191705 h 3819479"/>
              <a:gd name="connsiteX28" fmla="*/ 1940101 w 2374831"/>
              <a:gd name="connsiteY28" fmla="*/ 2566662 h 3819479"/>
              <a:gd name="connsiteX29" fmla="*/ 1858280 w 2374831"/>
              <a:gd name="connsiteY29" fmla="*/ 2636176 h 3819479"/>
              <a:gd name="connsiteX30" fmla="*/ 1662374 w 2374831"/>
              <a:gd name="connsiteY30" fmla="*/ 3302282 h 3819479"/>
              <a:gd name="connsiteX31" fmla="*/ 1642818 w 2374831"/>
              <a:gd name="connsiteY31" fmla="*/ 3296530 h 3819479"/>
              <a:gd name="connsiteX32" fmla="*/ 1642365 w 2374831"/>
              <a:gd name="connsiteY32" fmla="*/ 3298341 h 3819479"/>
              <a:gd name="connsiteX33" fmla="*/ 668645 w 2374831"/>
              <a:gd name="connsiteY33" fmla="*/ 3298341 h 3819479"/>
              <a:gd name="connsiteX34" fmla="*/ 620945 w 2374831"/>
              <a:gd name="connsiteY34" fmla="*/ 3107541 h 3819479"/>
              <a:gd name="connsiteX35" fmla="*/ 625980 w 2374831"/>
              <a:gd name="connsiteY35" fmla="*/ 3107541 h 3819479"/>
              <a:gd name="connsiteX36" fmla="*/ 477257 w 2374831"/>
              <a:gd name="connsiteY36" fmla="*/ 2601865 h 3819479"/>
              <a:gd name="connsiteX37" fmla="*/ 398351 w 2374831"/>
              <a:gd name="connsiteY37" fmla="*/ 2528795 h 3819479"/>
              <a:gd name="connsiteX38" fmla="*/ 25870 w 2374831"/>
              <a:gd name="connsiteY38" fmla="*/ 1147159 h 3819479"/>
              <a:gd name="connsiteX39" fmla="*/ 1214591 w 2374831"/>
              <a:gd name="connsiteY39" fmla="*/ 383 h 3819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2374831" h="3819479">
                <a:moveTo>
                  <a:pt x="677901" y="3412116"/>
                </a:moveTo>
                <a:lnTo>
                  <a:pt x="1644059" y="3412116"/>
                </a:lnTo>
                <a:lnTo>
                  <a:pt x="1644059" y="3636403"/>
                </a:lnTo>
                <a:lnTo>
                  <a:pt x="1452135" y="3636403"/>
                </a:lnTo>
                <a:lnTo>
                  <a:pt x="1406366" y="3819479"/>
                </a:lnTo>
                <a:lnTo>
                  <a:pt x="904644" y="3819479"/>
                </a:lnTo>
                <a:lnTo>
                  <a:pt x="858875" y="3636403"/>
                </a:lnTo>
                <a:lnTo>
                  <a:pt x="677901" y="3636403"/>
                </a:lnTo>
                <a:close/>
                <a:moveTo>
                  <a:pt x="1210563" y="214813"/>
                </a:moveTo>
                <a:cubicBezTo>
                  <a:pt x="739590" y="200611"/>
                  <a:pt x="328256" y="616042"/>
                  <a:pt x="234135" y="1200968"/>
                </a:cubicBezTo>
                <a:cubicBezTo>
                  <a:pt x="165163" y="1629602"/>
                  <a:pt x="280924" y="2067284"/>
                  <a:pt x="530439" y="2356594"/>
                </a:cubicBezTo>
                <a:lnTo>
                  <a:pt x="629422" y="2455121"/>
                </a:lnTo>
                <a:lnTo>
                  <a:pt x="632955" y="2454082"/>
                </a:lnTo>
                <a:lnTo>
                  <a:pt x="634850" y="2460524"/>
                </a:lnTo>
                <a:lnTo>
                  <a:pt x="645415" y="2471041"/>
                </a:lnTo>
                <a:lnTo>
                  <a:pt x="640611" y="2480115"/>
                </a:lnTo>
                <a:lnTo>
                  <a:pt x="825141" y="3107541"/>
                </a:lnTo>
                <a:lnTo>
                  <a:pt x="1520487" y="3107541"/>
                </a:lnTo>
                <a:lnTo>
                  <a:pt x="1697625" y="2505248"/>
                </a:lnTo>
                <a:lnTo>
                  <a:pt x="1694714" y="2499211"/>
                </a:lnTo>
                <a:lnTo>
                  <a:pt x="1701121" y="2493362"/>
                </a:lnTo>
                <a:lnTo>
                  <a:pt x="1703057" y="2486779"/>
                </a:lnTo>
                <a:lnTo>
                  <a:pt x="1707047" y="2487952"/>
                </a:lnTo>
                <a:lnTo>
                  <a:pt x="1814604" y="2389768"/>
                </a:lnTo>
                <a:cubicBezTo>
                  <a:pt x="2075917" y="2110708"/>
                  <a:pt x="2205489" y="1673395"/>
                  <a:pt x="2146142" y="1237621"/>
                </a:cubicBezTo>
                <a:cubicBezTo>
                  <a:pt x="2067107" y="657287"/>
                  <a:pt x="1675186" y="228824"/>
                  <a:pt x="1210563" y="214813"/>
                </a:cubicBezTo>
                <a:close/>
                <a:moveTo>
                  <a:pt x="1214591" y="383"/>
                </a:moveTo>
                <a:cubicBezTo>
                  <a:pt x="1779092" y="16134"/>
                  <a:pt x="2256408" y="514273"/>
                  <a:pt x="2356115" y="1191705"/>
                </a:cubicBezTo>
                <a:cubicBezTo>
                  <a:pt x="2432917" y="1713508"/>
                  <a:pt x="2269282" y="2238010"/>
                  <a:pt x="1940101" y="2566662"/>
                </a:cubicBezTo>
                <a:lnTo>
                  <a:pt x="1858280" y="2636176"/>
                </a:lnTo>
                <a:lnTo>
                  <a:pt x="1662374" y="3302282"/>
                </a:lnTo>
                <a:lnTo>
                  <a:pt x="1642818" y="3296530"/>
                </a:lnTo>
                <a:lnTo>
                  <a:pt x="1642365" y="3298341"/>
                </a:lnTo>
                <a:lnTo>
                  <a:pt x="668645" y="3298341"/>
                </a:lnTo>
                <a:lnTo>
                  <a:pt x="620945" y="3107541"/>
                </a:lnTo>
                <a:lnTo>
                  <a:pt x="625980" y="3107541"/>
                </a:lnTo>
                <a:lnTo>
                  <a:pt x="477257" y="2601865"/>
                </a:lnTo>
                <a:lnTo>
                  <a:pt x="398351" y="2528795"/>
                </a:lnTo>
                <a:cubicBezTo>
                  <a:pt x="83040" y="2187205"/>
                  <a:pt x="-63507" y="1661104"/>
                  <a:pt x="25870" y="1147159"/>
                </a:cubicBezTo>
                <a:cubicBezTo>
                  <a:pt x="144292" y="466195"/>
                  <a:pt x="643655" y="-15547"/>
                  <a:pt x="1214591" y="38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/>
        </p:nvSpPr>
        <p:spPr>
          <a:xfrm>
            <a:off x="3684509" y="4435565"/>
            <a:ext cx="360000" cy="324000"/>
          </a:xfrm>
          <a:custGeom>
            <a:avLst/>
            <a:gdLst>
              <a:gd name="connsiteX0" fmla="*/ 233325 w 327309"/>
              <a:gd name="connsiteY0" fmla="*/ 56528 h 327309"/>
              <a:gd name="connsiteX1" fmla="*/ 50285 w 327309"/>
              <a:gd name="connsiteY1" fmla="*/ 239568 h 327309"/>
              <a:gd name="connsiteX2" fmla="*/ 87741 w 327309"/>
              <a:gd name="connsiteY2" fmla="*/ 277025 h 327309"/>
              <a:gd name="connsiteX3" fmla="*/ 270781 w 327309"/>
              <a:gd name="connsiteY3" fmla="*/ 93985 h 327309"/>
              <a:gd name="connsiteX4" fmla="*/ 239171 w 327309"/>
              <a:gd name="connsiteY4" fmla="*/ 31038 h 327309"/>
              <a:gd name="connsiteX5" fmla="*/ 296272 w 327309"/>
              <a:gd name="connsiteY5" fmla="*/ 88139 h 327309"/>
              <a:gd name="connsiteX6" fmla="*/ 80982 w 327309"/>
              <a:gd name="connsiteY6" fmla="*/ 303429 h 327309"/>
              <a:gd name="connsiteX7" fmla="*/ 59606 w 327309"/>
              <a:gd name="connsiteY7" fmla="*/ 282053 h 327309"/>
              <a:gd name="connsiteX8" fmla="*/ 59606 w 327309"/>
              <a:gd name="connsiteY8" fmla="*/ 282053 h 327309"/>
              <a:gd name="connsiteX9" fmla="*/ 80982 w 327309"/>
              <a:gd name="connsiteY9" fmla="*/ 303429 h 327309"/>
              <a:gd name="connsiteX10" fmla="*/ 0 w 327309"/>
              <a:gd name="connsiteY10" fmla="*/ 327309 h 327309"/>
              <a:gd name="connsiteX11" fmla="*/ 23881 w 327309"/>
              <a:gd name="connsiteY11" fmla="*/ 246328 h 327309"/>
              <a:gd name="connsiteX12" fmla="*/ 38193 w 327309"/>
              <a:gd name="connsiteY12" fmla="*/ 260640 h 327309"/>
              <a:gd name="connsiteX13" fmla="*/ 38193 w 327309"/>
              <a:gd name="connsiteY13" fmla="*/ 260640 h 327309"/>
              <a:gd name="connsiteX14" fmla="*/ 23881 w 327309"/>
              <a:gd name="connsiteY14" fmla="*/ 246328 h 327309"/>
              <a:gd name="connsiteX15" fmla="*/ 278071 w 327309"/>
              <a:gd name="connsiteY15" fmla="*/ 63 h 327309"/>
              <a:gd name="connsiteX16" fmla="*/ 292270 w 327309"/>
              <a:gd name="connsiteY16" fmla="*/ 4998 h 327309"/>
              <a:gd name="connsiteX17" fmla="*/ 322311 w 327309"/>
              <a:gd name="connsiteY17" fmla="*/ 35039 h 327309"/>
              <a:gd name="connsiteX18" fmla="*/ 320026 w 327309"/>
              <a:gd name="connsiteY18" fmla="*/ 64385 h 327309"/>
              <a:gd name="connsiteX19" fmla="*/ 304210 w 327309"/>
              <a:gd name="connsiteY19" fmla="*/ 80200 h 327309"/>
              <a:gd name="connsiteX20" fmla="*/ 247109 w 327309"/>
              <a:gd name="connsiteY20" fmla="*/ 23099 h 327309"/>
              <a:gd name="connsiteX21" fmla="*/ 262925 w 327309"/>
              <a:gd name="connsiteY21" fmla="*/ 7284 h 327309"/>
              <a:gd name="connsiteX22" fmla="*/ 278071 w 327309"/>
              <a:gd name="connsiteY22" fmla="*/ 63 h 327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27309" h="327309">
                <a:moveTo>
                  <a:pt x="233325" y="56528"/>
                </a:moveTo>
                <a:lnTo>
                  <a:pt x="50285" y="239568"/>
                </a:lnTo>
                <a:lnTo>
                  <a:pt x="87741" y="277025"/>
                </a:lnTo>
                <a:lnTo>
                  <a:pt x="270781" y="93985"/>
                </a:lnTo>
                <a:close/>
                <a:moveTo>
                  <a:pt x="239171" y="31038"/>
                </a:moveTo>
                <a:lnTo>
                  <a:pt x="296272" y="88139"/>
                </a:lnTo>
                <a:lnTo>
                  <a:pt x="80982" y="303429"/>
                </a:lnTo>
                <a:lnTo>
                  <a:pt x="59606" y="282053"/>
                </a:lnTo>
                <a:lnTo>
                  <a:pt x="59606" y="282053"/>
                </a:lnTo>
                <a:lnTo>
                  <a:pt x="80982" y="303429"/>
                </a:lnTo>
                <a:lnTo>
                  <a:pt x="0" y="327309"/>
                </a:lnTo>
                <a:lnTo>
                  <a:pt x="23881" y="246328"/>
                </a:lnTo>
                <a:lnTo>
                  <a:pt x="38193" y="260640"/>
                </a:lnTo>
                <a:lnTo>
                  <a:pt x="38193" y="260640"/>
                </a:lnTo>
                <a:lnTo>
                  <a:pt x="23881" y="246328"/>
                </a:lnTo>
                <a:close/>
                <a:moveTo>
                  <a:pt x="278071" y="63"/>
                </a:moveTo>
                <a:cubicBezTo>
                  <a:pt x="283381" y="-350"/>
                  <a:pt x="288534" y="1262"/>
                  <a:pt x="292270" y="4998"/>
                </a:cubicBezTo>
                <a:lnTo>
                  <a:pt x="322311" y="35039"/>
                </a:lnTo>
                <a:cubicBezTo>
                  <a:pt x="329784" y="42512"/>
                  <a:pt x="328760" y="55650"/>
                  <a:pt x="320026" y="64385"/>
                </a:cubicBezTo>
                <a:cubicBezTo>
                  <a:pt x="314754" y="69657"/>
                  <a:pt x="309482" y="74928"/>
                  <a:pt x="304210" y="80200"/>
                </a:cubicBezTo>
                <a:lnTo>
                  <a:pt x="247109" y="23099"/>
                </a:lnTo>
                <a:lnTo>
                  <a:pt x="262925" y="7284"/>
                </a:lnTo>
                <a:cubicBezTo>
                  <a:pt x="267292" y="2917"/>
                  <a:pt x="272760" y="477"/>
                  <a:pt x="278071" y="6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任意多边形 47"/>
          <p:cNvSpPr>
            <a:spLocks noChangeAspect="1"/>
          </p:cNvSpPr>
          <p:nvPr/>
        </p:nvSpPr>
        <p:spPr>
          <a:xfrm>
            <a:off x="8179707" y="4435299"/>
            <a:ext cx="295563" cy="324000"/>
          </a:xfrm>
          <a:custGeom>
            <a:avLst/>
            <a:gdLst>
              <a:gd name="connsiteX0" fmla="*/ 1864628 w 4326339"/>
              <a:gd name="connsiteY0" fmla="*/ 3283995 h 4742597"/>
              <a:gd name="connsiteX1" fmla="*/ 1864628 w 4326339"/>
              <a:gd name="connsiteY1" fmla="*/ 4461109 h 4742597"/>
              <a:gd name="connsiteX2" fmla="*/ 2461711 w 4326339"/>
              <a:gd name="connsiteY2" fmla="*/ 4461109 h 4742597"/>
              <a:gd name="connsiteX3" fmla="*/ 2461711 w 4326339"/>
              <a:gd name="connsiteY3" fmla="*/ 3283995 h 4742597"/>
              <a:gd name="connsiteX4" fmla="*/ 1583140 w 4326339"/>
              <a:gd name="connsiteY4" fmla="*/ 3002507 h 4742597"/>
              <a:gd name="connsiteX5" fmla="*/ 2743199 w 4326339"/>
              <a:gd name="connsiteY5" fmla="*/ 3002507 h 4742597"/>
              <a:gd name="connsiteX6" fmla="*/ 2743199 w 4326339"/>
              <a:gd name="connsiteY6" fmla="*/ 4742597 h 4742597"/>
              <a:gd name="connsiteX7" fmla="*/ 1583140 w 4326339"/>
              <a:gd name="connsiteY7" fmla="*/ 4742597 h 4742597"/>
              <a:gd name="connsiteX8" fmla="*/ 281488 w 4326339"/>
              <a:gd name="connsiteY8" fmla="*/ 1850981 h 4742597"/>
              <a:gd name="connsiteX9" fmla="*/ 281488 w 4326339"/>
              <a:gd name="connsiteY9" fmla="*/ 4461109 h 4742597"/>
              <a:gd name="connsiteX10" fmla="*/ 878571 w 4326339"/>
              <a:gd name="connsiteY10" fmla="*/ 4461109 h 4742597"/>
              <a:gd name="connsiteX11" fmla="*/ 878571 w 4326339"/>
              <a:gd name="connsiteY11" fmla="*/ 1850981 h 4742597"/>
              <a:gd name="connsiteX12" fmla="*/ 0 w 4326339"/>
              <a:gd name="connsiteY12" fmla="*/ 1569493 h 4742597"/>
              <a:gd name="connsiteX13" fmla="*/ 1160059 w 4326339"/>
              <a:gd name="connsiteY13" fmla="*/ 1569493 h 4742597"/>
              <a:gd name="connsiteX14" fmla="*/ 1160059 w 4326339"/>
              <a:gd name="connsiteY14" fmla="*/ 4742597 h 4742597"/>
              <a:gd name="connsiteX15" fmla="*/ 0 w 4326339"/>
              <a:gd name="connsiteY15" fmla="*/ 4742597 h 4742597"/>
              <a:gd name="connsiteX16" fmla="*/ 3447768 w 4326339"/>
              <a:gd name="connsiteY16" fmla="*/ 281488 h 4742597"/>
              <a:gd name="connsiteX17" fmla="*/ 3447768 w 4326339"/>
              <a:gd name="connsiteY17" fmla="*/ 4461109 h 4742597"/>
              <a:gd name="connsiteX18" fmla="*/ 4044851 w 4326339"/>
              <a:gd name="connsiteY18" fmla="*/ 4461109 h 4742597"/>
              <a:gd name="connsiteX19" fmla="*/ 4044851 w 4326339"/>
              <a:gd name="connsiteY19" fmla="*/ 281488 h 4742597"/>
              <a:gd name="connsiteX20" fmla="*/ 3166280 w 4326339"/>
              <a:gd name="connsiteY20" fmla="*/ 0 h 4742597"/>
              <a:gd name="connsiteX21" fmla="*/ 4326339 w 4326339"/>
              <a:gd name="connsiteY21" fmla="*/ 0 h 4742597"/>
              <a:gd name="connsiteX22" fmla="*/ 4326339 w 4326339"/>
              <a:gd name="connsiteY22" fmla="*/ 4742597 h 4742597"/>
              <a:gd name="connsiteX23" fmla="*/ 3166280 w 4326339"/>
              <a:gd name="connsiteY23" fmla="*/ 4742597 h 4742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326339" h="4742597">
                <a:moveTo>
                  <a:pt x="1864628" y="3283995"/>
                </a:moveTo>
                <a:lnTo>
                  <a:pt x="1864628" y="4461109"/>
                </a:lnTo>
                <a:lnTo>
                  <a:pt x="2461711" y="4461109"/>
                </a:lnTo>
                <a:lnTo>
                  <a:pt x="2461711" y="3283995"/>
                </a:lnTo>
                <a:close/>
                <a:moveTo>
                  <a:pt x="1583140" y="3002507"/>
                </a:moveTo>
                <a:lnTo>
                  <a:pt x="2743199" y="3002507"/>
                </a:lnTo>
                <a:lnTo>
                  <a:pt x="2743199" y="4742597"/>
                </a:lnTo>
                <a:lnTo>
                  <a:pt x="1583140" y="4742597"/>
                </a:lnTo>
                <a:close/>
                <a:moveTo>
                  <a:pt x="281488" y="1850981"/>
                </a:moveTo>
                <a:lnTo>
                  <a:pt x="281488" y="4461109"/>
                </a:lnTo>
                <a:lnTo>
                  <a:pt x="878571" y="4461109"/>
                </a:lnTo>
                <a:lnTo>
                  <a:pt x="878571" y="1850981"/>
                </a:lnTo>
                <a:close/>
                <a:moveTo>
                  <a:pt x="0" y="1569493"/>
                </a:moveTo>
                <a:lnTo>
                  <a:pt x="1160059" y="1569493"/>
                </a:lnTo>
                <a:lnTo>
                  <a:pt x="1160059" y="4742597"/>
                </a:lnTo>
                <a:lnTo>
                  <a:pt x="0" y="4742597"/>
                </a:lnTo>
                <a:close/>
                <a:moveTo>
                  <a:pt x="3447768" y="281488"/>
                </a:moveTo>
                <a:lnTo>
                  <a:pt x="3447768" y="4461109"/>
                </a:lnTo>
                <a:lnTo>
                  <a:pt x="4044851" y="4461109"/>
                </a:lnTo>
                <a:lnTo>
                  <a:pt x="4044851" y="281488"/>
                </a:lnTo>
                <a:close/>
                <a:moveTo>
                  <a:pt x="3166280" y="0"/>
                </a:moveTo>
                <a:lnTo>
                  <a:pt x="4326339" y="0"/>
                </a:lnTo>
                <a:lnTo>
                  <a:pt x="4326339" y="4742597"/>
                </a:lnTo>
                <a:lnTo>
                  <a:pt x="3166280" y="474259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任意多边形 48"/>
          <p:cNvSpPr>
            <a:spLocks noChangeAspect="1"/>
          </p:cNvSpPr>
          <p:nvPr/>
        </p:nvSpPr>
        <p:spPr>
          <a:xfrm>
            <a:off x="5961793" y="4435299"/>
            <a:ext cx="268411" cy="324000"/>
          </a:xfrm>
          <a:custGeom>
            <a:avLst/>
            <a:gdLst>
              <a:gd name="connsiteX0" fmla="*/ 2540739 w 5081480"/>
              <a:gd name="connsiteY0" fmla="*/ 1728231 h 6133889"/>
              <a:gd name="connsiteX1" fmla="*/ 1728230 w 5081480"/>
              <a:gd name="connsiteY1" fmla="*/ 2540740 h 6133889"/>
              <a:gd name="connsiteX2" fmla="*/ 2540739 w 5081480"/>
              <a:gd name="connsiteY2" fmla="*/ 3353249 h 6133889"/>
              <a:gd name="connsiteX3" fmla="*/ 3353248 w 5081480"/>
              <a:gd name="connsiteY3" fmla="*/ 2540740 h 6133889"/>
              <a:gd name="connsiteX4" fmla="*/ 2540739 w 5081480"/>
              <a:gd name="connsiteY4" fmla="*/ 1728231 h 6133889"/>
              <a:gd name="connsiteX5" fmla="*/ 2540740 w 5081480"/>
              <a:gd name="connsiteY5" fmla="*/ 1407975 h 6133889"/>
              <a:gd name="connsiteX6" fmla="*/ 3673505 w 5081480"/>
              <a:gd name="connsiteY6" fmla="*/ 2540740 h 6133889"/>
              <a:gd name="connsiteX7" fmla="*/ 2540740 w 5081480"/>
              <a:gd name="connsiteY7" fmla="*/ 3673505 h 6133889"/>
              <a:gd name="connsiteX8" fmla="*/ 1407975 w 5081480"/>
              <a:gd name="connsiteY8" fmla="*/ 2540740 h 6133889"/>
              <a:gd name="connsiteX9" fmla="*/ 2540740 w 5081480"/>
              <a:gd name="connsiteY9" fmla="*/ 1407975 h 6133889"/>
              <a:gd name="connsiteX10" fmla="*/ 2540740 w 5081480"/>
              <a:gd name="connsiteY10" fmla="*/ 305592 h 6133889"/>
              <a:gd name="connsiteX11" fmla="*/ 960252 w 5081480"/>
              <a:gd name="connsiteY11" fmla="*/ 960252 h 6133889"/>
              <a:gd name="connsiteX12" fmla="*/ 960252 w 5081480"/>
              <a:gd name="connsiteY12" fmla="*/ 4121228 h 6133889"/>
              <a:gd name="connsiteX13" fmla="*/ 2540740 w 5081480"/>
              <a:gd name="connsiteY13" fmla="*/ 5701715 h 6133889"/>
              <a:gd name="connsiteX14" fmla="*/ 4121228 w 5081480"/>
              <a:gd name="connsiteY14" fmla="*/ 4121228 h 6133889"/>
              <a:gd name="connsiteX15" fmla="*/ 4121228 w 5081480"/>
              <a:gd name="connsiteY15" fmla="*/ 960252 h 6133889"/>
              <a:gd name="connsiteX16" fmla="*/ 2540740 w 5081480"/>
              <a:gd name="connsiteY16" fmla="*/ 305592 h 6133889"/>
              <a:gd name="connsiteX17" fmla="*/ 2540741 w 5081480"/>
              <a:gd name="connsiteY17" fmla="*/ 0 h 6133889"/>
              <a:gd name="connsiteX18" fmla="*/ 4337315 w 5081480"/>
              <a:gd name="connsiteY18" fmla="*/ 744165 h 6133889"/>
              <a:gd name="connsiteX19" fmla="*/ 4337315 w 5081480"/>
              <a:gd name="connsiteY19" fmla="*/ 4337315 h 6133889"/>
              <a:gd name="connsiteX20" fmla="*/ 2540740 w 5081480"/>
              <a:gd name="connsiteY20" fmla="*/ 6133889 h 6133889"/>
              <a:gd name="connsiteX21" fmla="*/ 744165 w 5081480"/>
              <a:gd name="connsiteY21" fmla="*/ 4337315 h 6133889"/>
              <a:gd name="connsiteX22" fmla="*/ 744165 w 5081480"/>
              <a:gd name="connsiteY22" fmla="*/ 744165 h 6133889"/>
              <a:gd name="connsiteX23" fmla="*/ 2540741 w 5081480"/>
              <a:gd name="connsiteY23" fmla="*/ 0 h 6133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081480" h="6133889">
                <a:moveTo>
                  <a:pt x="2540739" y="1728231"/>
                </a:moveTo>
                <a:cubicBezTo>
                  <a:pt x="2092003" y="1728231"/>
                  <a:pt x="1728230" y="2092004"/>
                  <a:pt x="1728230" y="2540740"/>
                </a:cubicBezTo>
                <a:cubicBezTo>
                  <a:pt x="1728230" y="2989476"/>
                  <a:pt x="2092003" y="3353249"/>
                  <a:pt x="2540739" y="3353249"/>
                </a:cubicBezTo>
                <a:cubicBezTo>
                  <a:pt x="2989475" y="3353249"/>
                  <a:pt x="3353248" y="2989476"/>
                  <a:pt x="3353248" y="2540740"/>
                </a:cubicBezTo>
                <a:cubicBezTo>
                  <a:pt x="3353248" y="2092004"/>
                  <a:pt x="2989475" y="1728231"/>
                  <a:pt x="2540739" y="1728231"/>
                </a:cubicBezTo>
                <a:close/>
                <a:moveTo>
                  <a:pt x="2540740" y="1407975"/>
                </a:moveTo>
                <a:cubicBezTo>
                  <a:pt x="3166349" y="1407975"/>
                  <a:pt x="3673505" y="1915131"/>
                  <a:pt x="3673505" y="2540740"/>
                </a:cubicBezTo>
                <a:cubicBezTo>
                  <a:pt x="3673505" y="3166349"/>
                  <a:pt x="3166349" y="3673505"/>
                  <a:pt x="2540740" y="3673505"/>
                </a:cubicBezTo>
                <a:cubicBezTo>
                  <a:pt x="1915131" y="3673505"/>
                  <a:pt x="1407975" y="3166349"/>
                  <a:pt x="1407975" y="2540740"/>
                </a:cubicBezTo>
                <a:cubicBezTo>
                  <a:pt x="1407975" y="1915131"/>
                  <a:pt x="1915131" y="1407975"/>
                  <a:pt x="2540740" y="1407975"/>
                </a:cubicBezTo>
                <a:close/>
                <a:moveTo>
                  <a:pt x="2540740" y="305592"/>
                </a:moveTo>
                <a:cubicBezTo>
                  <a:pt x="1968716" y="305592"/>
                  <a:pt x="1396692" y="523813"/>
                  <a:pt x="960252" y="960252"/>
                </a:cubicBezTo>
                <a:cubicBezTo>
                  <a:pt x="87373" y="1833132"/>
                  <a:pt x="87373" y="3248348"/>
                  <a:pt x="960252" y="4121228"/>
                </a:cubicBezTo>
                <a:lnTo>
                  <a:pt x="2540740" y="5701715"/>
                </a:lnTo>
                <a:lnTo>
                  <a:pt x="4121228" y="4121228"/>
                </a:lnTo>
                <a:cubicBezTo>
                  <a:pt x="4994107" y="3248348"/>
                  <a:pt x="4994107" y="1833132"/>
                  <a:pt x="4121228" y="960252"/>
                </a:cubicBezTo>
                <a:cubicBezTo>
                  <a:pt x="3684788" y="523813"/>
                  <a:pt x="3112764" y="305592"/>
                  <a:pt x="2540740" y="305592"/>
                </a:cubicBezTo>
                <a:close/>
                <a:moveTo>
                  <a:pt x="2540741" y="0"/>
                </a:moveTo>
                <a:cubicBezTo>
                  <a:pt x="3190972" y="0"/>
                  <a:pt x="3841205" y="248054"/>
                  <a:pt x="4337315" y="744165"/>
                </a:cubicBezTo>
                <a:cubicBezTo>
                  <a:pt x="5329535" y="1736387"/>
                  <a:pt x="5329535" y="3345095"/>
                  <a:pt x="4337315" y="4337315"/>
                </a:cubicBezTo>
                <a:lnTo>
                  <a:pt x="2540740" y="6133889"/>
                </a:lnTo>
                <a:lnTo>
                  <a:pt x="744165" y="4337315"/>
                </a:lnTo>
                <a:cubicBezTo>
                  <a:pt x="-248055" y="3345094"/>
                  <a:pt x="-248055" y="1736387"/>
                  <a:pt x="744165" y="744165"/>
                </a:cubicBezTo>
                <a:cubicBezTo>
                  <a:pt x="1240276" y="248055"/>
                  <a:pt x="1890508" y="0"/>
                  <a:pt x="25407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534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</p:cTn>
                        </p:par>
                        <p:par>
                          <p:cTn id="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" presetID="9" presetClass="entr" presetSubtype="0" fill="hold" nodeType="afterEffect"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11" nodeType="withEffect"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2" nodeType="withEffect"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withGroup">
                            <p:stCondLst>
                              <p:cond delay="3250"/>
                            </p:stCondLst>
                            <p:childTnLst>
                              <p:par>
                                <p:cTn id="24" presetID="53" presetClass="entr" presetSubtype="0" fill="hold" grpId="14" nodeType="afterEffect"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withGroup">
                            <p:stCondLst>
                              <p:cond delay="3750"/>
                            </p:stCondLst>
                            <p:childTnLst>
                              <p:par>
                                <p:cTn id="30" presetID="10" presetClass="entr" presetSubtype="0" fill="hold" grpId="1" nodeType="afterEffect"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2" nodeType="withEffect"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withGroup">
                            <p:stCondLst>
                              <p:cond delay="4250"/>
                            </p:stCondLst>
                            <p:childTnLst>
                              <p:par>
                                <p:cTn id="37" presetID="53" presetClass="entr" presetSubtype="0" fill="hold" grpId="15" nodeType="afterEffect"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withGroup">
                            <p:stCondLst>
                              <p:cond delay="4750"/>
                            </p:stCondLst>
                            <p:childTnLst>
                              <p:par>
                                <p:cTn id="43" presetID="10" presetClass="entr" presetSubtype="0" fill="hold" grpId="3" nodeType="afterEffect"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4" nodeType="withEffect"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withGroup">
                            <p:stCondLst>
                              <p:cond delay="5250"/>
                            </p:stCondLst>
                            <p:childTnLst>
                              <p:par>
                                <p:cTn id="50" presetID="53" presetClass="entr" presetSubtype="0" fill="hold" grpId="17" nodeType="afterEffect"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withGroup">
                            <p:stCondLst>
                              <p:cond delay="5750"/>
                            </p:stCondLst>
                            <p:childTnLst>
                              <p:par>
                                <p:cTn id="56" presetID="10" presetClass="entr" presetSubtype="0" fill="hold" grpId="5" nodeType="afterEffect"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6" nodeType="withEffect"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withGroup">
                            <p:stCondLst>
                              <p:cond delay="6250"/>
                            </p:stCondLst>
                            <p:childTnLst>
                              <p:par>
                                <p:cTn id="63" presetID="53" presetClass="entr" presetSubtype="0" fill="hold" grpId="16" nodeType="afterEffect"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withGroup">
                            <p:stCondLst>
                              <p:cond delay="6750"/>
                            </p:stCondLst>
                            <p:childTnLst>
                              <p:par>
                                <p:cTn id="69" presetID="10" presetClass="entr" presetSubtype="0" fill="hold" grpId="7" nodeType="afterEffect"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8" nodeType="withEffect"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withGroup">
                            <p:stCondLst>
                              <p:cond delay="7250"/>
                            </p:stCondLst>
                            <p:childTnLst>
                              <p:par>
                                <p:cTn id="76" presetID="53" presetClass="entr" presetSubtype="0" fill="hold" grpId="13" nodeType="afterEffect"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withGroup">
                            <p:stCondLst>
                              <p:cond delay="7750"/>
                            </p:stCondLst>
                            <p:childTnLst>
                              <p:par>
                                <p:cTn id="82" presetID="10" presetClass="entr" presetSubtype="0" fill="hold" grpId="9" nodeType="afterEffect"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10" nodeType="withEffect"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1"/>
      <p:bldP spid="28" grpId="2"/>
      <p:bldP spid="29" grpId="3"/>
      <p:bldP spid="30" grpId="4"/>
      <p:bldP spid="31" grpId="5"/>
      <p:bldP spid="37" grpId="6"/>
      <p:bldP spid="38" grpId="7"/>
      <p:bldP spid="39" grpId="8"/>
      <p:bldP spid="40" grpId="9"/>
      <p:bldP spid="41" grpId="10"/>
      <p:bldP spid="25" grpId="11"/>
      <p:bldP spid="32" grpId="12"/>
      <p:bldP spid="34" grpId="13" animBg="1"/>
      <p:bldP spid="35" grpId="14" animBg="1"/>
      <p:bldP spid="36" grpId="15" animBg="1"/>
      <p:bldP spid="48" grpId="16" animBg="1"/>
      <p:bldP spid="49" grpId="17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12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r>
              <a:rPr lang="zh-CN" altLang="en-US"/>
              <a:t>8 大功能模块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r>
              <a:rPr lang="zh-CN" altLang="en-US"/>
              <a:t>技术特性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rPr lang="zh-CN" altLang="en-US"/>
              <a:t>工具链覆盖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企业荣誉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>
                <a:cs typeface="+mn-ea"/>
                <a:sym typeface="+mn-lt"/>
              </a:rPr>
              <a:t>关于我们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>
                <a:latin typeface="+mn-ea"/>
                <a:cs typeface="+mn-ea"/>
                <a:sym typeface="+mn-lt"/>
              </a:rPr>
              <a:t>ABOUT US</a:t>
            </a:r>
            <a:endParaRPr lang="zh-CN" altLang="en-US">
              <a:latin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595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zh-CN" altLang="en-US"/>
              <a:t>项目简介</a:t>
            </a:r>
          </a:p>
        </p:txBody>
      </p:sp>
      <p:sp>
        <p:nvSpPr>
          <p:cNvPr id="3" name="矩形 2"/>
          <p:cNvSpPr/>
          <p:nvPr/>
        </p:nvSpPr>
        <p:spPr>
          <a:xfrm>
            <a:off x="943585" y="2169808"/>
            <a:ext cx="5684599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XXXX</a:t>
            </a:r>
            <a:r>
              <a:rPr lang="zh-CN" altLang="en-US" sz="24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股份有限公司</a:t>
            </a:r>
            <a:endParaRPr lang="en-US" altLang="zh-CN" sz="24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点击在此输入公司的简介，包括公司成立时间、主营方向及企业性质、企业文化和服务宗旨。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55235" y="2044395"/>
            <a:ext cx="4222365" cy="316677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43585" y="3447271"/>
            <a:ext cx="5684599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点击在此输入公司规模，包括地理位置（商圈或简要位置即可）、建筑规模和占地面积、人数及人员构成（比如本科学历的人员占比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80%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）等信息。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43585" y="4609318"/>
            <a:ext cx="568459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点击此处输入主要的战略合作伙伴、取得的主要成果、成功案例、公司运营或成绩的相关数据。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9096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grpId="1" nodeType="afterEffect"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5950"/>
                            </p:stCondLst>
                            <p:childTnLst>
                              <p:par>
                                <p:cTn id="17" presetID="10" presetClass="entr" presetSubtype="0" fill="hold" grpId="2" nodeType="afterEffect"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1"/>
      <p:bldP spid="6" grpId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zh-CN" altLang="en-US"/>
              <a:t>技术架构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1217" y="2158885"/>
            <a:ext cx="5234332" cy="327436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975153" y="2158885"/>
            <a:ext cx="1385537" cy="13855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>
                <a:latin typeface="微软雅黑" pitchFamily="34" charset="-122"/>
                <a:ea typeface="微软雅黑" pitchFamily="34" charset="-122"/>
              </a:rPr>
              <a:t>专业</a:t>
            </a:r>
            <a:endParaRPr lang="en-US" altLang="zh-CN" sz="400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PROFESSION</a:t>
            </a:r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365111" y="2158885"/>
            <a:ext cx="1385537" cy="13855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>
                <a:latin typeface="微软雅黑" pitchFamily="34" charset="-122"/>
                <a:ea typeface="微软雅黑" pitchFamily="34" charset="-122"/>
              </a:rPr>
              <a:t>激情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ENTHUSIASM</a:t>
            </a:r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438472" y="2158885"/>
            <a:ext cx="1385537" cy="13855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>
                <a:latin typeface="微软雅黑" pitchFamily="34" charset="-122"/>
                <a:ea typeface="微软雅黑" pitchFamily="34" charset="-122"/>
              </a:rPr>
              <a:t>执行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ACTION</a:t>
            </a:r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901791" y="2158885"/>
            <a:ext cx="1385537" cy="13855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>
                <a:latin typeface="微软雅黑" pitchFamily="34" charset="-122"/>
                <a:ea typeface="微软雅黑" pitchFamily="34" charset="-122"/>
              </a:rPr>
              <a:t>梦想</a:t>
            </a:r>
            <a:endParaRPr lang="en-US" altLang="zh-CN" sz="400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DREAM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975152" y="3704573"/>
            <a:ext cx="5775495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zh-CN" altLang="en-US">
                <a:latin typeface="微软雅黑" pitchFamily="34" charset="-122"/>
                <a:ea typeface="微软雅黑" pitchFamily="34" charset="-122"/>
              </a:rPr>
              <a:t>RSD 是相对标准偏差计算工具，覆盖 8 大药检模块：含量计算、回收率、滴定度、干燥失重、炽灼残渣、含量均匀度、溶出度、标准曲线。单文件 PWA（HTML/CSS/JS 无外部依赖），localStorage 200 条历史记录，SheetJS CDN 导出 Excel。</a:t>
            </a:r>
          </a:p>
        </p:txBody>
      </p:sp>
    </p:spTree>
    <p:extLst>
      <p:ext uri="{BB962C8B-B14F-4D97-AF65-F5344CB8AC3E}">
        <p14:creationId xmlns:p14="http://schemas.microsoft.com/office/powerpoint/2010/main" val="5119493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with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528" fill="hold" grpId="2" nodeType="withEffect"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528" fill="hold" grpId="3" nodeType="withEffect"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528" fill="hold" grpId="1" nodeType="withEffect"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withGroup">
                            <p:stCondLst>
                              <p:cond delay="1250"/>
                            </p:stCondLst>
                            <p:childTnLst>
                              <p:par>
                                <p:cTn id="30" presetID="10" presetClass="entr" presetSubtype="0" fill="hold" grpId="4" nodeType="afterEffect"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withGroup">
                            <p:stCondLst>
                              <p:cond delay="3355"/>
                            </p:stCondLst>
                            <p:childTnLst>
                              <p:par>
                                <p:cTn id="34" presetID="23" presetClass="entr" presetSubtype="528" fill="hold" nodeType="afterEffect"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1" animBg="1"/>
      <p:bldP spid="6" grpId="2" animBg="1"/>
      <p:bldP spid="7" grpId="3" animBg="1"/>
      <p:bldP spid="8" grpId="4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r>
              <a:rPr lang="zh-CN" altLang="en-US"/>
              <a:t>质量保证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r>
              <a:rPr lang="zh-CN" altLang="en-US"/>
              <a:t>Function use strict 沙箱求值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rPr lang="zh-CN" altLang="en-US"/>
              <a:t>焦点保护避免输入卡顿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经营理念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>
                <a:cs typeface="+mn-ea"/>
                <a:sym typeface="+mn-lt"/>
              </a:rPr>
              <a:t>企业文化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>
                <a:latin typeface="+mn-ea"/>
                <a:cs typeface="+mn-ea"/>
                <a:sym typeface="+mn-lt"/>
              </a:rPr>
              <a:t>COMPANY CULTRUE</a:t>
            </a:r>
            <a:endParaRPr lang="zh-CN" altLang="en-US">
              <a:latin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7786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zh-CN" altLang="en-US"/>
              <a:t>用户使命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478879" y="1685645"/>
            <a:ext cx="4872533" cy="769441"/>
          </a:xfrm>
          <a:prstGeom prst="rect">
            <a:avLst/>
          </a:prstGeom>
          <a:noFill/>
          <a:effectLst/>
        </p:spPr>
        <p:txBody>
          <a:bodyPr wrap="square" rtlCol="0">
            <a:normAutofit/>
          </a:bodyPr>
          <a:lstStyle/>
          <a:p>
            <a:r>
              <a:rPr lang="zh-CN" altLang="en-US" sz="3000" b="1" dirty="0">
                <a:solidFill>
                  <a:schemeClr val="accent1"/>
                </a:solidFill>
                <a:cs typeface="+mn-ea"/>
                <a:sym typeface="+mn-lt"/>
              </a:rPr>
              <a:t>为化学分析师提供瑞士军刀</a:t>
            </a:r>
            <a:endParaRPr lang="zh-CN" altLang="en-US" sz="1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22031" y="2915479"/>
            <a:ext cx="1130324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86946" y="3429000"/>
            <a:ext cx="7005790" cy="75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>
                <a:cs typeface="+mn-ea"/>
                <a:sym typeface="+mn-lt"/>
              </a:rPr>
              <a:t>v54.284 工具链覆盖 6 类历史反复问题：boolean 反转、i18n 硬编码、HTML typo、a11y 陷阱、备份时机、改动失控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86946" y="4345718"/>
            <a:ext cx="7005790" cy="82663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点击此处输入关于此小标题、版块的文字描述内容或者相关数据及分析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86946" y="5465595"/>
            <a:ext cx="7005790" cy="75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>
                <a:cs typeface="+mn-ea"/>
                <a:sym typeface="+mn-lt"/>
              </a:rPr>
              <a:t>点击此处输入关于此小标题、版块的文字描述内容或者相关数据及分析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84533" y="3578789"/>
            <a:ext cx="3540741" cy="236049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06" b="14822"/>
          <a:stretch/>
        </p:blipFill>
        <p:spPr>
          <a:xfrm>
            <a:off x="686946" y="1406734"/>
            <a:ext cx="6447377" cy="127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33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</p:cTn>
                        </p:par>
                        <p:par>
                          <p:cTn id="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" presetID="9" presetClass="entr" presetSubtype="0" fill="hold" grpId="0" nodeType="afterEffect"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withGroup">
                            <p:stCondLst>
                              <p:cond delay="2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1" nodeType="afterEffect"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withGroup">
                            <p:stCondLst>
                              <p:cond delay="4250"/>
                            </p:stCondLst>
                            <p:childTnLst>
                              <p:par>
                                <p:cTn id="27" presetID="10" presetClass="entr" presetSubtype="0" fill="hold" grpId="2" nodeType="afterEffect"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withGroup">
                            <p:stCondLst>
                              <p:cond delay="5500"/>
                            </p:stCondLst>
                            <p:childTnLst>
                              <p:par>
                                <p:cTn id="31" presetID="10" presetClass="entr" presetSubtype="0" fill="hold" grpId="3" nodeType="afterEffect"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1"/>
      <p:bldP spid="6" grpId="2"/>
      <p:bldP spid="7" grpId="3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zh-CN" altLang="en-US"/>
              <a:t>技术背景</a:t>
            </a:r>
          </a:p>
        </p:txBody>
      </p:sp>
      <p:sp>
        <p:nvSpPr>
          <p:cNvPr id="17" name="千图PPT彼岸天：ID 8661124库_任意多边形 36">
            <a:extLst>
              <a:ext uri="{FF2B5EF4-FFF2-40B4-BE49-F238E27FC236}">
                <a16:creationId xmlns:a16="http://schemas.microsoft.com/office/drawing/2014/main" xmlns="" id="{51E8CCC7-65D1-435B-BB6B-84D33705FCA9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4913640" y="3096986"/>
            <a:ext cx="2455980" cy="2576455"/>
          </a:xfrm>
          <a:custGeom>
            <a:avLst/>
            <a:gdLst>
              <a:gd name="T0" fmla="*/ 1111 w 1136"/>
              <a:gd name="T1" fmla="*/ 196 h 1193"/>
              <a:gd name="T2" fmla="*/ 1006 w 1136"/>
              <a:gd name="T3" fmla="*/ 399 h 1193"/>
              <a:gd name="T4" fmla="*/ 843 w 1136"/>
              <a:gd name="T5" fmla="*/ 688 h 1193"/>
              <a:gd name="T6" fmla="*/ 837 w 1136"/>
              <a:gd name="T7" fmla="*/ 760 h 1193"/>
              <a:gd name="T8" fmla="*/ 299 w 1136"/>
              <a:gd name="T9" fmla="*/ 760 h 1193"/>
              <a:gd name="T10" fmla="*/ 293 w 1136"/>
              <a:gd name="T11" fmla="*/ 688 h 1193"/>
              <a:gd name="T12" fmla="*/ 130 w 1136"/>
              <a:gd name="T13" fmla="*/ 399 h 1193"/>
              <a:gd name="T14" fmla="*/ 24 w 1136"/>
              <a:gd name="T15" fmla="*/ 196 h 1193"/>
              <a:gd name="T16" fmla="*/ 0 w 1136"/>
              <a:gd name="T17" fmla="*/ 21 h 1193"/>
              <a:gd name="T18" fmla="*/ 3 w 1136"/>
              <a:gd name="T19" fmla="*/ 55 h 1193"/>
              <a:gd name="T20" fmla="*/ 101 w 1136"/>
              <a:gd name="T21" fmla="*/ 323 h 1193"/>
              <a:gd name="T22" fmla="*/ 314 w 1136"/>
              <a:gd name="T23" fmla="*/ 632 h 1193"/>
              <a:gd name="T24" fmla="*/ 335 w 1136"/>
              <a:gd name="T25" fmla="*/ 710 h 1193"/>
              <a:gd name="T26" fmla="*/ 452 w 1136"/>
              <a:gd name="T27" fmla="*/ 790 h 1193"/>
              <a:gd name="T28" fmla="*/ 445 w 1136"/>
              <a:gd name="T29" fmla="*/ 724 h 1193"/>
              <a:gd name="T30" fmla="*/ 279 w 1136"/>
              <a:gd name="T31" fmla="*/ 456 h 1193"/>
              <a:gd name="T32" fmla="*/ 202 w 1136"/>
              <a:gd name="T33" fmla="*/ 311 h 1193"/>
              <a:gd name="T34" fmla="*/ 179 w 1136"/>
              <a:gd name="T35" fmla="*/ 166 h 1193"/>
              <a:gd name="T36" fmla="*/ 181 w 1136"/>
              <a:gd name="T37" fmla="*/ 166 h 1193"/>
              <a:gd name="T38" fmla="*/ 211 w 1136"/>
              <a:gd name="T39" fmla="*/ 308 h 1193"/>
              <a:gd name="T40" fmla="*/ 294 w 1136"/>
              <a:gd name="T41" fmla="*/ 445 h 1193"/>
              <a:gd name="T42" fmla="*/ 481 w 1136"/>
              <a:gd name="T43" fmla="*/ 715 h 1193"/>
              <a:gd name="T44" fmla="*/ 493 w 1136"/>
              <a:gd name="T45" fmla="*/ 789 h 1193"/>
              <a:gd name="T46" fmla="*/ 486 w 1136"/>
              <a:gd name="T47" fmla="*/ 589 h 1193"/>
              <a:gd name="T48" fmla="*/ 394 w 1136"/>
              <a:gd name="T49" fmla="*/ 410 h 1193"/>
              <a:gd name="T50" fmla="*/ 336 w 1136"/>
              <a:gd name="T51" fmla="*/ 230 h 1193"/>
              <a:gd name="T52" fmla="*/ 328 w 1136"/>
              <a:gd name="T53" fmla="*/ 111 h 1193"/>
              <a:gd name="T54" fmla="*/ 361 w 1136"/>
              <a:gd name="T55" fmla="*/ 290 h 1193"/>
              <a:gd name="T56" fmla="*/ 415 w 1136"/>
              <a:gd name="T57" fmla="*/ 412 h 1193"/>
              <a:gd name="T58" fmla="*/ 573 w 1136"/>
              <a:gd name="T59" fmla="*/ 721 h 1193"/>
              <a:gd name="T60" fmla="*/ 585 w 1136"/>
              <a:gd name="T61" fmla="*/ 692 h 1193"/>
              <a:gd name="T62" fmla="*/ 645 w 1136"/>
              <a:gd name="T63" fmla="*/ 335 h 1193"/>
              <a:gd name="T64" fmla="*/ 671 w 1136"/>
              <a:gd name="T65" fmla="*/ 78 h 1193"/>
              <a:gd name="T66" fmla="*/ 675 w 1136"/>
              <a:gd name="T67" fmla="*/ 117 h 1193"/>
              <a:gd name="T68" fmla="*/ 653 w 1136"/>
              <a:gd name="T69" fmla="*/ 414 h 1193"/>
              <a:gd name="T70" fmla="*/ 619 w 1136"/>
              <a:gd name="T71" fmla="*/ 722 h 1193"/>
              <a:gd name="T72" fmla="*/ 680 w 1136"/>
              <a:gd name="T73" fmla="*/ 770 h 1193"/>
              <a:gd name="T74" fmla="*/ 838 w 1136"/>
              <a:gd name="T75" fmla="*/ 426 h 1193"/>
              <a:gd name="T76" fmla="*/ 886 w 1136"/>
              <a:gd name="T77" fmla="*/ 344 h 1193"/>
              <a:gd name="T78" fmla="*/ 929 w 1136"/>
              <a:gd name="T79" fmla="*/ 238 h 1193"/>
              <a:gd name="T80" fmla="*/ 950 w 1136"/>
              <a:gd name="T81" fmla="*/ 143 h 1193"/>
              <a:gd name="T82" fmla="*/ 958 w 1136"/>
              <a:gd name="T83" fmla="*/ 96 h 1193"/>
              <a:gd name="T84" fmla="*/ 947 w 1136"/>
              <a:gd name="T85" fmla="*/ 200 h 1193"/>
              <a:gd name="T86" fmla="*/ 921 w 1136"/>
              <a:gd name="T87" fmla="*/ 299 h 1193"/>
              <a:gd name="T88" fmla="*/ 879 w 1136"/>
              <a:gd name="T89" fmla="*/ 394 h 1193"/>
              <a:gd name="T90" fmla="*/ 719 w 1136"/>
              <a:gd name="T91" fmla="*/ 784 h 1193"/>
              <a:gd name="T92" fmla="*/ 805 w 1136"/>
              <a:gd name="T93" fmla="*/ 687 h 1193"/>
              <a:gd name="T94" fmla="*/ 894 w 1136"/>
              <a:gd name="T95" fmla="*/ 511 h 1193"/>
              <a:gd name="T96" fmla="*/ 1074 w 1136"/>
              <a:gd name="T97" fmla="*/ 258 h 1193"/>
              <a:gd name="T98" fmla="*/ 1134 w 1136"/>
              <a:gd name="T99" fmla="*/ 36 h 1193"/>
              <a:gd name="T100" fmla="*/ 1135 w 1136"/>
              <a:gd name="T101" fmla="*/ 36 h 1193"/>
              <a:gd name="T102" fmla="*/ 833 w 1136"/>
              <a:gd name="T103" fmla="*/ 887 h 1193"/>
              <a:gd name="T104" fmla="*/ 302 w 1136"/>
              <a:gd name="T105" fmla="*/ 987 h 1193"/>
              <a:gd name="T106" fmla="*/ 568 w 1136"/>
              <a:gd name="T107" fmla="*/ 1101 h 1193"/>
              <a:gd name="T108" fmla="*/ 725 w 1136"/>
              <a:gd name="T109" fmla="*/ 1135 h 1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136" h="1193">
                <a:moveTo>
                  <a:pt x="1135" y="36"/>
                </a:moveTo>
                <a:cubicBezTo>
                  <a:pt x="1135" y="42"/>
                  <a:pt x="1135" y="49"/>
                  <a:pt x="1135" y="56"/>
                </a:cubicBezTo>
                <a:cubicBezTo>
                  <a:pt x="1134" y="63"/>
                  <a:pt x="1134" y="70"/>
                  <a:pt x="1133" y="78"/>
                </a:cubicBezTo>
                <a:cubicBezTo>
                  <a:pt x="1133" y="86"/>
                  <a:pt x="1131" y="95"/>
                  <a:pt x="1130" y="104"/>
                </a:cubicBezTo>
                <a:cubicBezTo>
                  <a:pt x="1129" y="113"/>
                  <a:pt x="1128" y="123"/>
                  <a:pt x="1126" y="133"/>
                </a:cubicBezTo>
                <a:cubicBezTo>
                  <a:pt x="1122" y="152"/>
                  <a:pt x="1118" y="174"/>
                  <a:pt x="1111" y="196"/>
                </a:cubicBezTo>
                <a:cubicBezTo>
                  <a:pt x="1104" y="218"/>
                  <a:pt x="1096" y="241"/>
                  <a:pt x="1086" y="264"/>
                </a:cubicBezTo>
                <a:cubicBezTo>
                  <a:pt x="1075" y="287"/>
                  <a:pt x="1063" y="310"/>
                  <a:pt x="1049" y="332"/>
                </a:cubicBezTo>
                <a:cubicBezTo>
                  <a:pt x="1046" y="338"/>
                  <a:pt x="1042" y="344"/>
                  <a:pt x="1039" y="349"/>
                </a:cubicBezTo>
                <a:cubicBezTo>
                  <a:pt x="1037" y="352"/>
                  <a:pt x="1035" y="355"/>
                  <a:pt x="1033" y="358"/>
                </a:cubicBezTo>
                <a:cubicBezTo>
                  <a:pt x="1028" y="366"/>
                  <a:pt x="1028" y="366"/>
                  <a:pt x="1028" y="366"/>
                </a:cubicBezTo>
                <a:cubicBezTo>
                  <a:pt x="1020" y="377"/>
                  <a:pt x="1013" y="388"/>
                  <a:pt x="1006" y="399"/>
                </a:cubicBezTo>
                <a:cubicBezTo>
                  <a:pt x="976" y="444"/>
                  <a:pt x="944" y="487"/>
                  <a:pt x="917" y="528"/>
                </a:cubicBezTo>
                <a:cubicBezTo>
                  <a:pt x="889" y="569"/>
                  <a:pt x="867" y="608"/>
                  <a:pt x="855" y="644"/>
                </a:cubicBezTo>
                <a:cubicBezTo>
                  <a:pt x="853" y="649"/>
                  <a:pt x="852" y="653"/>
                  <a:pt x="851" y="658"/>
                </a:cubicBezTo>
                <a:cubicBezTo>
                  <a:pt x="849" y="662"/>
                  <a:pt x="848" y="666"/>
                  <a:pt x="847" y="670"/>
                </a:cubicBezTo>
                <a:cubicBezTo>
                  <a:pt x="846" y="674"/>
                  <a:pt x="845" y="678"/>
                  <a:pt x="844" y="682"/>
                </a:cubicBezTo>
                <a:cubicBezTo>
                  <a:pt x="844" y="684"/>
                  <a:pt x="843" y="686"/>
                  <a:pt x="843" y="688"/>
                </a:cubicBezTo>
                <a:cubicBezTo>
                  <a:pt x="842" y="690"/>
                  <a:pt x="842" y="692"/>
                  <a:pt x="842" y="694"/>
                </a:cubicBezTo>
                <a:cubicBezTo>
                  <a:pt x="841" y="702"/>
                  <a:pt x="839" y="709"/>
                  <a:pt x="839" y="715"/>
                </a:cubicBezTo>
                <a:cubicBezTo>
                  <a:pt x="838" y="722"/>
                  <a:pt x="838" y="728"/>
                  <a:pt x="837" y="733"/>
                </a:cubicBezTo>
                <a:cubicBezTo>
                  <a:pt x="837" y="736"/>
                  <a:pt x="837" y="738"/>
                  <a:pt x="837" y="741"/>
                </a:cubicBezTo>
                <a:cubicBezTo>
                  <a:pt x="837" y="743"/>
                  <a:pt x="837" y="746"/>
                  <a:pt x="837" y="748"/>
                </a:cubicBezTo>
                <a:cubicBezTo>
                  <a:pt x="837" y="753"/>
                  <a:pt x="837" y="756"/>
                  <a:pt x="837" y="760"/>
                </a:cubicBezTo>
                <a:cubicBezTo>
                  <a:pt x="837" y="766"/>
                  <a:pt x="837" y="769"/>
                  <a:pt x="837" y="769"/>
                </a:cubicBezTo>
                <a:cubicBezTo>
                  <a:pt x="833" y="787"/>
                  <a:pt x="833" y="787"/>
                  <a:pt x="833" y="787"/>
                </a:cubicBezTo>
                <a:cubicBezTo>
                  <a:pt x="830" y="790"/>
                  <a:pt x="761" y="853"/>
                  <a:pt x="568" y="853"/>
                </a:cubicBezTo>
                <a:cubicBezTo>
                  <a:pt x="374" y="853"/>
                  <a:pt x="305" y="790"/>
                  <a:pt x="302" y="787"/>
                </a:cubicBezTo>
                <a:cubicBezTo>
                  <a:pt x="299" y="769"/>
                  <a:pt x="299" y="769"/>
                  <a:pt x="299" y="769"/>
                </a:cubicBezTo>
                <a:cubicBezTo>
                  <a:pt x="299" y="769"/>
                  <a:pt x="299" y="766"/>
                  <a:pt x="299" y="760"/>
                </a:cubicBezTo>
                <a:cubicBezTo>
                  <a:pt x="299" y="756"/>
                  <a:pt x="299" y="753"/>
                  <a:pt x="299" y="748"/>
                </a:cubicBezTo>
                <a:cubicBezTo>
                  <a:pt x="298" y="746"/>
                  <a:pt x="298" y="743"/>
                  <a:pt x="298" y="741"/>
                </a:cubicBezTo>
                <a:cubicBezTo>
                  <a:pt x="298" y="738"/>
                  <a:pt x="298" y="736"/>
                  <a:pt x="298" y="733"/>
                </a:cubicBezTo>
                <a:cubicBezTo>
                  <a:pt x="298" y="728"/>
                  <a:pt x="297" y="722"/>
                  <a:pt x="297" y="715"/>
                </a:cubicBezTo>
                <a:cubicBezTo>
                  <a:pt x="296" y="709"/>
                  <a:pt x="295" y="702"/>
                  <a:pt x="294" y="694"/>
                </a:cubicBezTo>
                <a:cubicBezTo>
                  <a:pt x="293" y="692"/>
                  <a:pt x="293" y="690"/>
                  <a:pt x="293" y="688"/>
                </a:cubicBezTo>
                <a:cubicBezTo>
                  <a:pt x="292" y="686"/>
                  <a:pt x="292" y="684"/>
                  <a:pt x="291" y="682"/>
                </a:cubicBezTo>
                <a:cubicBezTo>
                  <a:pt x="290" y="678"/>
                  <a:pt x="289" y="674"/>
                  <a:pt x="288" y="670"/>
                </a:cubicBezTo>
                <a:cubicBezTo>
                  <a:pt x="288" y="666"/>
                  <a:pt x="286" y="662"/>
                  <a:pt x="285" y="658"/>
                </a:cubicBezTo>
                <a:cubicBezTo>
                  <a:pt x="283" y="653"/>
                  <a:pt x="282" y="649"/>
                  <a:pt x="281" y="644"/>
                </a:cubicBezTo>
                <a:cubicBezTo>
                  <a:pt x="268" y="608"/>
                  <a:pt x="246" y="569"/>
                  <a:pt x="218" y="528"/>
                </a:cubicBezTo>
                <a:cubicBezTo>
                  <a:pt x="191" y="487"/>
                  <a:pt x="160" y="444"/>
                  <a:pt x="130" y="399"/>
                </a:cubicBezTo>
                <a:cubicBezTo>
                  <a:pt x="122" y="388"/>
                  <a:pt x="115" y="377"/>
                  <a:pt x="108" y="366"/>
                </a:cubicBezTo>
                <a:cubicBezTo>
                  <a:pt x="102" y="358"/>
                  <a:pt x="102" y="358"/>
                  <a:pt x="102" y="358"/>
                </a:cubicBezTo>
                <a:cubicBezTo>
                  <a:pt x="100" y="355"/>
                  <a:pt x="99" y="352"/>
                  <a:pt x="97" y="349"/>
                </a:cubicBezTo>
                <a:cubicBezTo>
                  <a:pt x="93" y="344"/>
                  <a:pt x="90" y="338"/>
                  <a:pt x="86" y="332"/>
                </a:cubicBezTo>
                <a:cubicBezTo>
                  <a:pt x="73" y="310"/>
                  <a:pt x="60" y="287"/>
                  <a:pt x="50" y="264"/>
                </a:cubicBezTo>
                <a:cubicBezTo>
                  <a:pt x="39" y="241"/>
                  <a:pt x="31" y="218"/>
                  <a:pt x="24" y="196"/>
                </a:cubicBezTo>
                <a:cubicBezTo>
                  <a:pt x="17" y="174"/>
                  <a:pt x="13" y="152"/>
                  <a:pt x="9" y="133"/>
                </a:cubicBezTo>
                <a:cubicBezTo>
                  <a:pt x="8" y="123"/>
                  <a:pt x="6" y="113"/>
                  <a:pt x="5" y="104"/>
                </a:cubicBezTo>
                <a:cubicBezTo>
                  <a:pt x="4" y="95"/>
                  <a:pt x="3" y="86"/>
                  <a:pt x="2" y="78"/>
                </a:cubicBezTo>
                <a:cubicBezTo>
                  <a:pt x="2" y="70"/>
                  <a:pt x="1" y="63"/>
                  <a:pt x="1" y="56"/>
                </a:cubicBezTo>
                <a:cubicBezTo>
                  <a:pt x="0" y="49"/>
                  <a:pt x="0" y="42"/>
                  <a:pt x="0" y="36"/>
                </a:cubicBezTo>
                <a:cubicBezTo>
                  <a:pt x="0" y="30"/>
                  <a:pt x="0" y="25"/>
                  <a:pt x="0" y="21"/>
                </a:cubicBezTo>
                <a:cubicBezTo>
                  <a:pt x="0" y="16"/>
                  <a:pt x="0" y="12"/>
                  <a:pt x="0" y="9"/>
                </a:cubicBezTo>
                <a:cubicBezTo>
                  <a:pt x="0" y="3"/>
                  <a:pt x="0" y="0"/>
                  <a:pt x="0" y="0"/>
                </a:cubicBezTo>
                <a:cubicBezTo>
                  <a:pt x="0" y="0"/>
                  <a:pt x="0" y="3"/>
                  <a:pt x="0" y="9"/>
                </a:cubicBezTo>
                <a:cubicBezTo>
                  <a:pt x="1" y="12"/>
                  <a:pt x="1" y="16"/>
                  <a:pt x="1" y="21"/>
                </a:cubicBezTo>
                <a:cubicBezTo>
                  <a:pt x="1" y="25"/>
                  <a:pt x="1" y="30"/>
                  <a:pt x="2" y="36"/>
                </a:cubicBezTo>
                <a:cubicBezTo>
                  <a:pt x="2" y="42"/>
                  <a:pt x="3" y="48"/>
                  <a:pt x="3" y="55"/>
                </a:cubicBezTo>
                <a:cubicBezTo>
                  <a:pt x="4" y="62"/>
                  <a:pt x="5" y="70"/>
                  <a:pt x="6" y="78"/>
                </a:cubicBezTo>
                <a:cubicBezTo>
                  <a:pt x="7" y="86"/>
                  <a:pt x="9" y="94"/>
                  <a:pt x="10" y="103"/>
                </a:cubicBezTo>
                <a:cubicBezTo>
                  <a:pt x="11" y="112"/>
                  <a:pt x="14" y="121"/>
                  <a:pt x="16" y="131"/>
                </a:cubicBezTo>
                <a:cubicBezTo>
                  <a:pt x="20" y="150"/>
                  <a:pt x="26" y="171"/>
                  <a:pt x="33" y="193"/>
                </a:cubicBezTo>
                <a:cubicBezTo>
                  <a:pt x="41" y="214"/>
                  <a:pt x="50" y="236"/>
                  <a:pt x="62" y="258"/>
                </a:cubicBezTo>
                <a:cubicBezTo>
                  <a:pt x="73" y="280"/>
                  <a:pt x="86" y="302"/>
                  <a:pt x="101" y="323"/>
                </a:cubicBezTo>
                <a:cubicBezTo>
                  <a:pt x="104" y="328"/>
                  <a:pt x="108" y="334"/>
                  <a:pt x="112" y="339"/>
                </a:cubicBezTo>
                <a:cubicBezTo>
                  <a:pt x="114" y="342"/>
                  <a:pt x="116" y="345"/>
                  <a:pt x="117" y="347"/>
                </a:cubicBezTo>
                <a:cubicBezTo>
                  <a:pt x="123" y="355"/>
                  <a:pt x="123" y="355"/>
                  <a:pt x="123" y="355"/>
                </a:cubicBezTo>
                <a:cubicBezTo>
                  <a:pt x="131" y="366"/>
                  <a:pt x="139" y="377"/>
                  <a:pt x="147" y="387"/>
                </a:cubicBezTo>
                <a:cubicBezTo>
                  <a:pt x="178" y="430"/>
                  <a:pt x="212" y="471"/>
                  <a:pt x="242" y="511"/>
                </a:cubicBezTo>
                <a:cubicBezTo>
                  <a:pt x="272" y="552"/>
                  <a:pt x="298" y="593"/>
                  <a:pt x="314" y="632"/>
                </a:cubicBezTo>
                <a:cubicBezTo>
                  <a:pt x="315" y="637"/>
                  <a:pt x="317" y="642"/>
                  <a:pt x="319" y="646"/>
                </a:cubicBezTo>
                <a:cubicBezTo>
                  <a:pt x="321" y="651"/>
                  <a:pt x="322" y="656"/>
                  <a:pt x="324" y="660"/>
                </a:cubicBezTo>
                <a:cubicBezTo>
                  <a:pt x="325" y="665"/>
                  <a:pt x="326" y="669"/>
                  <a:pt x="327" y="674"/>
                </a:cubicBezTo>
                <a:cubicBezTo>
                  <a:pt x="328" y="676"/>
                  <a:pt x="329" y="678"/>
                  <a:pt x="329" y="680"/>
                </a:cubicBezTo>
                <a:cubicBezTo>
                  <a:pt x="330" y="682"/>
                  <a:pt x="330" y="684"/>
                  <a:pt x="331" y="687"/>
                </a:cubicBezTo>
                <a:cubicBezTo>
                  <a:pt x="332" y="695"/>
                  <a:pt x="334" y="703"/>
                  <a:pt x="335" y="710"/>
                </a:cubicBezTo>
                <a:cubicBezTo>
                  <a:pt x="336" y="718"/>
                  <a:pt x="337" y="724"/>
                  <a:pt x="338" y="731"/>
                </a:cubicBezTo>
                <a:cubicBezTo>
                  <a:pt x="338" y="734"/>
                  <a:pt x="339" y="737"/>
                  <a:pt x="339" y="739"/>
                </a:cubicBezTo>
                <a:cubicBezTo>
                  <a:pt x="339" y="742"/>
                  <a:pt x="339" y="744"/>
                  <a:pt x="339" y="747"/>
                </a:cubicBezTo>
                <a:cubicBezTo>
                  <a:pt x="339" y="748"/>
                  <a:pt x="339" y="750"/>
                  <a:pt x="339" y="751"/>
                </a:cubicBezTo>
                <a:cubicBezTo>
                  <a:pt x="349" y="758"/>
                  <a:pt x="382" y="779"/>
                  <a:pt x="452" y="792"/>
                </a:cubicBezTo>
                <a:cubicBezTo>
                  <a:pt x="452" y="791"/>
                  <a:pt x="452" y="791"/>
                  <a:pt x="452" y="790"/>
                </a:cubicBezTo>
                <a:cubicBezTo>
                  <a:pt x="452" y="787"/>
                  <a:pt x="452" y="784"/>
                  <a:pt x="452" y="780"/>
                </a:cubicBezTo>
                <a:cubicBezTo>
                  <a:pt x="452" y="778"/>
                  <a:pt x="452" y="776"/>
                  <a:pt x="452" y="774"/>
                </a:cubicBezTo>
                <a:cubicBezTo>
                  <a:pt x="452" y="772"/>
                  <a:pt x="452" y="770"/>
                  <a:pt x="451" y="767"/>
                </a:cubicBezTo>
                <a:cubicBezTo>
                  <a:pt x="451" y="763"/>
                  <a:pt x="451" y="758"/>
                  <a:pt x="450" y="752"/>
                </a:cubicBezTo>
                <a:cubicBezTo>
                  <a:pt x="449" y="747"/>
                  <a:pt x="448" y="741"/>
                  <a:pt x="447" y="734"/>
                </a:cubicBezTo>
                <a:cubicBezTo>
                  <a:pt x="447" y="731"/>
                  <a:pt x="446" y="728"/>
                  <a:pt x="445" y="724"/>
                </a:cubicBezTo>
                <a:cubicBezTo>
                  <a:pt x="444" y="721"/>
                  <a:pt x="444" y="717"/>
                  <a:pt x="443" y="714"/>
                </a:cubicBezTo>
                <a:cubicBezTo>
                  <a:pt x="442" y="710"/>
                  <a:pt x="441" y="707"/>
                  <a:pt x="439" y="703"/>
                </a:cubicBezTo>
                <a:cubicBezTo>
                  <a:pt x="438" y="699"/>
                  <a:pt x="437" y="696"/>
                  <a:pt x="436" y="692"/>
                </a:cubicBezTo>
                <a:cubicBezTo>
                  <a:pt x="424" y="662"/>
                  <a:pt x="404" y="628"/>
                  <a:pt x="379" y="593"/>
                </a:cubicBezTo>
                <a:cubicBezTo>
                  <a:pt x="354" y="559"/>
                  <a:pt x="326" y="522"/>
                  <a:pt x="299" y="485"/>
                </a:cubicBezTo>
                <a:cubicBezTo>
                  <a:pt x="292" y="475"/>
                  <a:pt x="285" y="466"/>
                  <a:pt x="279" y="456"/>
                </a:cubicBezTo>
                <a:cubicBezTo>
                  <a:pt x="274" y="449"/>
                  <a:pt x="274" y="449"/>
                  <a:pt x="274" y="449"/>
                </a:cubicBezTo>
                <a:cubicBezTo>
                  <a:pt x="271" y="446"/>
                  <a:pt x="271" y="446"/>
                  <a:pt x="271" y="446"/>
                </a:cubicBezTo>
                <a:cubicBezTo>
                  <a:pt x="269" y="442"/>
                  <a:pt x="269" y="442"/>
                  <a:pt x="269" y="442"/>
                </a:cubicBezTo>
                <a:cubicBezTo>
                  <a:pt x="266" y="437"/>
                  <a:pt x="263" y="433"/>
                  <a:pt x="259" y="428"/>
                </a:cubicBezTo>
                <a:cubicBezTo>
                  <a:pt x="247" y="408"/>
                  <a:pt x="235" y="389"/>
                  <a:pt x="226" y="369"/>
                </a:cubicBezTo>
                <a:cubicBezTo>
                  <a:pt x="216" y="349"/>
                  <a:pt x="208" y="330"/>
                  <a:pt x="202" y="311"/>
                </a:cubicBezTo>
                <a:cubicBezTo>
                  <a:pt x="196" y="292"/>
                  <a:pt x="191" y="273"/>
                  <a:pt x="188" y="256"/>
                </a:cubicBezTo>
                <a:cubicBezTo>
                  <a:pt x="187" y="248"/>
                  <a:pt x="185" y="240"/>
                  <a:pt x="184" y="232"/>
                </a:cubicBezTo>
                <a:cubicBezTo>
                  <a:pt x="183" y="224"/>
                  <a:pt x="182" y="216"/>
                  <a:pt x="182" y="209"/>
                </a:cubicBezTo>
                <a:cubicBezTo>
                  <a:pt x="181" y="202"/>
                  <a:pt x="181" y="196"/>
                  <a:pt x="180" y="190"/>
                </a:cubicBezTo>
                <a:cubicBezTo>
                  <a:pt x="180" y="184"/>
                  <a:pt x="180" y="178"/>
                  <a:pt x="180" y="173"/>
                </a:cubicBezTo>
                <a:cubicBezTo>
                  <a:pt x="180" y="170"/>
                  <a:pt x="179" y="168"/>
                  <a:pt x="179" y="166"/>
                </a:cubicBezTo>
                <a:cubicBezTo>
                  <a:pt x="179" y="164"/>
                  <a:pt x="179" y="161"/>
                  <a:pt x="179" y="160"/>
                </a:cubicBezTo>
                <a:cubicBezTo>
                  <a:pt x="179" y="156"/>
                  <a:pt x="179" y="152"/>
                  <a:pt x="180" y="150"/>
                </a:cubicBezTo>
                <a:cubicBezTo>
                  <a:pt x="180" y="144"/>
                  <a:pt x="180" y="141"/>
                  <a:pt x="180" y="141"/>
                </a:cubicBezTo>
                <a:cubicBezTo>
                  <a:pt x="180" y="141"/>
                  <a:pt x="180" y="144"/>
                  <a:pt x="180" y="150"/>
                </a:cubicBezTo>
                <a:cubicBezTo>
                  <a:pt x="180" y="152"/>
                  <a:pt x="180" y="156"/>
                  <a:pt x="180" y="159"/>
                </a:cubicBezTo>
                <a:cubicBezTo>
                  <a:pt x="181" y="161"/>
                  <a:pt x="181" y="164"/>
                  <a:pt x="181" y="166"/>
                </a:cubicBezTo>
                <a:cubicBezTo>
                  <a:pt x="181" y="168"/>
                  <a:pt x="181" y="170"/>
                  <a:pt x="181" y="173"/>
                </a:cubicBezTo>
                <a:cubicBezTo>
                  <a:pt x="182" y="178"/>
                  <a:pt x="182" y="183"/>
                  <a:pt x="183" y="189"/>
                </a:cubicBezTo>
                <a:cubicBezTo>
                  <a:pt x="184" y="195"/>
                  <a:pt x="184" y="202"/>
                  <a:pt x="185" y="209"/>
                </a:cubicBezTo>
                <a:cubicBezTo>
                  <a:pt x="186" y="216"/>
                  <a:pt x="188" y="223"/>
                  <a:pt x="189" y="231"/>
                </a:cubicBezTo>
                <a:cubicBezTo>
                  <a:pt x="191" y="239"/>
                  <a:pt x="192" y="247"/>
                  <a:pt x="194" y="255"/>
                </a:cubicBezTo>
                <a:cubicBezTo>
                  <a:pt x="199" y="272"/>
                  <a:pt x="204" y="289"/>
                  <a:pt x="211" y="308"/>
                </a:cubicBezTo>
                <a:cubicBezTo>
                  <a:pt x="218" y="326"/>
                  <a:pt x="227" y="344"/>
                  <a:pt x="238" y="363"/>
                </a:cubicBezTo>
                <a:cubicBezTo>
                  <a:pt x="248" y="382"/>
                  <a:pt x="260" y="400"/>
                  <a:pt x="273" y="418"/>
                </a:cubicBezTo>
                <a:cubicBezTo>
                  <a:pt x="276" y="422"/>
                  <a:pt x="280" y="427"/>
                  <a:pt x="283" y="432"/>
                </a:cubicBezTo>
                <a:cubicBezTo>
                  <a:pt x="286" y="435"/>
                  <a:pt x="286" y="435"/>
                  <a:pt x="286" y="435"/>
                </a:cubicBezTo>
                <a:cubicBezTo>
                  <a:pt x="289" y="438"/>
                  <a:pt x="289" y="438"/>
                  <a:pt x="289" y="438"/>
                </a:cubicBezTo>
                <a:cubicBezTo>
                  <a:pt x="294" y="445"/>
                  <a:pt x="294" y="445"/>
                  <a:pt x="294" y="445"/>
                </a:cubicBezTo>
                <a:cubicBezTo>
                  <a:pt x="301" y="454"/>
                  <a:pt x="308" y="463"/>
                  <a:pt x="315" y="472"/>
                </a:cubicBezTo>
                <a:cubicBezTo>
                  <a:pt x="344" y="508"/>
                  <a:pt x="374" y="542"/>
                  <a:pt x="402" y="576"/>
                </a:cubicBezTo>
                <a:cubicBezTo>
                  <a:pt x="429" y="610"/>
                  <a:pt x="453" y="645"/>
                  <a:pt x="468" y="678"/>
                </a:cubicBezTo>
                <a:cubicBezTo>
                  <a:pt x="470" y="683"/>
                  <a:pt x="472" y="687"/>
                  <a:pt x="473" y="691"/>
                </a:cubicBezTo>
                <a:cubicBezTo>
                  <a:pt x="475" y="695"/>
                  <a:pt x="477" y="699"/>
                  <a:pt x="478" y="703"/>
                </a:cubicBezTo>
                <a:cubicBezTo>
                  <a:pt x="479" y="707"/>
                  <a:pt x="480" y="711"/>
                  <a:pt x="481" y="715"/>
                </a:cubicBezTo>
                <a:cubicBezTo>
                  <a:pt x="482" y="719"/>
                  <a:pt x="484" y="722"/>
                  <a:pt x="484" y="726"/>
                </a:cubicBezTo>
                <a:cubicBezTo>
                  <a:pt x="486" y="733"/>
                  <a:pt x="488" y="740"/>
                  <a:pt x="489" y="747"/>
                </a:cubicBezTo>
                <a:cubicBezTo>
                  <a:pt x="490" y="753"/>
                  <a:pt x="490" y="759"/>
                  <a:pt x="491" y="765"/>
                </a:cubicBezTo>
                <a:cubicBezTo>
                  <a:pt x="492" y="767"/>
                  <a:pt x="492" y="770"/>
                  <a:pt x="492" y="772"/>
                </a:cubicBezTo>
                <a:cubicBezTo>
                  <a:pt x="492" y="775"/>
                  <a:pt x="492" y="777"/>
                  <a:pt x="493" y="779"/>
                </a:cubicBezTo>
                <a:cubicBezTo>
                  <a:pt x="493" y="783"/>
                  <a:pt x="493" y="786"/>
                  <a:pt x="493" y="789"/>
                </a:cubicBezTo>
                <a:cubicBezTo>
                  <a:pt x="494" y="794"/>
                  <a:pt x="494" y="797"/>
                  <a:pt x="494" y="797"/>
                </a:cubicBezTo>
                <a:cubicBezTo>
                  <a:pt x="489" y="797"/>
                  <a:pt x="489" y="797"/>
                  <a:pt x="489" y="797"/>
                </a:cubicBezTo>
                <a:cubicBezTo>
                  <a:pt x="506" y="799"/>
                  <a:pt x="524" y="800"/>
                  <a:pt x="544" y="801"/>
                </a:cubicBezTo>
                <a:cubicBezTo>
                  <a:pt x="544" y="797"/>
                  <a:pt x="544" y="793"/>
                  <a:pt x="544" y="789"/>
                </a:cubicBezTo>
                <a:cubicBezTo>
                  <a:pt x="543" y="768"/>
                  <a:pt x="540" y="738"/>
                  <a:pt x="532" y="704"/>
                </a:cubicBezTo>
                <a:cubicBezTo>
                  <a:pt x="524" y="669"/>
                  <a:pt x="507" y="631"/>
                  <a:pt x="486" y="589"/>
                </a:cubicBezTo>
                <a:cubicBezTo>
                  <a:pt x="465" y="548"/>
                  <a:pt x="441" y="505"/>
                  <a:pt x="419" y="460"/>
                </a:cubicBezTo>
                <a:cubicBezTo>
                  <a:pt x="413" y="449"/>
                  <a:pt x="407" y="438"/>
                  <a:pt x="402" y="427"/>
                </a:cubicBezTo>
                <a:cubicBezTo>
                  <a:pt x="400" y="423"/>
                  <a:pt x="400" y="423"/>
                  <a:pt x="400" y="423"/>
                </a:cubicBezTo>
                <a:cubicBezTo>
                  <a:pt x="399" y="421"/>
                  <a:pt x="399" y="421"/>
                  <a:pt x="399" y="421"/>
                </a:cubicBezTo>
                <a:cubicBezTo>
                  <a:pt x="398" y="419"/>
                  <a:pt x="398" y="419"/>
                  <a:pt x="398" y="419"/>
                </a:cubicBezTo>
                <a:cubicBezTo>
                  <a:pt x="394" y="410"/>
                  <a:pt x="394" y="410"/>
                  <a:pt x="394" y="410"/>
                </a:cubicBezTo>
                <a:cubicBezTo>
                  <a:pt x="391" y="405"/>
                  <a:pt x="389" y="399"/>
                  <a:pt x="386" y="394"/>
                </a:cubicBezTo>
                <a:cubicBezTo>
                  <a:pt x="376" y="371"/>
                  <a:pt x="367" y="348"/>
                  <a:pt x="360" y="326"/>
                </a:cubicBezTo>
                <a:cubicBezTo>
                  <a:pt x="358" y="320"/>
                  <a:pt x="356" y="315"/>
                  <a:pt x="354" y="309"/>
                </a:cubicBezTo>
                <a:cubicBezTo>
                  <a:pt x="353" y="304"/>
                  <a:pt x="351" y="298"/>
                  <a:pt x="350" y="293"/>
                </a:cubicBezTo>
                <a:cubicBezTo>
                  <a:pt x="347" y="282"/>
                  <a:pt x="343" y="271"/>
                  <a:pt x="342" y="261"/>
                </a:cubicBezTo>
                <a:cubicBezTo>
                  <a:pt x="340" y="250"/>
                  <a:pt x="338" y="240"/>
                  <a:pt x="336" y="230"/>
                </a:cubicBezTo>
                <a:cubicBezTo>
                  <a:pt x="334" y="220"/>
                  <a:pt x="333" y="210"/>
                  <a:pt x="332" y="201"/>
                </a:cubicBezTo>
                <a:cubicBezTo>
                  <a:pt x="329" y="183"/>
                  <a:pt x="328" y="166"/>
                  <a:pt x="327" y="150"/>
                </a:cubicBezTo>
                <a:cubicBezTo>
                  <a:pt x="327" y="143"/>
                  <a:pt x="326" y="136"/>
                  <a:pt x="326" y="129"/>
                </a:cubicBezTo>
                <a:cubicBezTo>
                  <a:pt x="326" y="123"/>
                  <a:pt x="326" y="117"/>
                  <a:pt x="326" y="111"/>
                </a:cubicBezTo>
                <a:cubicBezTo>
                  <a:pt x="326" y="90"/>
                  <a:pt x="326" y="77"/>
                  <a:pt x="326" y="77"/>
                </a:cubicBezTo>
                <a:cubicBezTo>
                  <a:pt x="326" y="77"/>
                  <a:pt x="327" y="89"/>
                  <a:pt x="328" y="111"/>
                </a:cubicBezTo>
                <a:cubicBezTo>
                  <a:pt x="328" y="117"/>
                  <a:pt x="329" y="123"/>
                  <a:pt x="329" y="129"/>
                </a:cubicBezTo>
                <a:cubicBezTo>
                  <a:pt x="329" y="136"/>
                  <a:pt x="331" y="143"/>
                  <a:pt x="331" y="150"/>
                </a:cubicBezTo>
                <a:cubicBezTo>
                  <a:pt x="333" y="165"/>
                  <a:pt x="335" y="182"/>
                  <a:pt x="338" y="200"/>
                </a:cubicBezTo>
                <a:cubicBezTo>
                  <a:pt x="340" y="209"/>
                  <a:pt x="342" y="219"/>
                  <a:pt x="344" y="229"/>
                </a:cubicBezTo>
                <a:cubicBezTo>
                  <a:pt x="346" y="238"/>
                  <a:pt x="349" y="248"/>
                  <a:pt x="351" y="258"/>
                </a:cubicBezTo>
                <a:cubicBezTo>
                  <a:pt x="353" y="269"/>
                  <a:pt x="357" y="279"/>
                  <a:pt x="361" y="290"/>
                </a:cubicBezTo>
                <a:cubicBezTo>
                  <a:pt x="362" y="295"/>
                  <a:pt x="364" y="300"/>
                  <a:pt x="366" y="306"/>
                </a:cubicBezTo>
                <a:cubicBezTo>
                  <a:pt x="368" y="311"/>
                  <a:pt x="370" y="316"/>
                  <a:pt x="372" y="322"/>
                </a:cubicBezTo>
                <a:cubicBezTo>
                  <a:pt x="380" y="343"/>
                  <a:pt x="390" y="364"/>
                  <a:pt x="401" y="386"/>
                </a:cubicBezTo>
                <a:cubicBezTo>
                  <a:pt x="404" y="391"/>
                  <a:pt x="407" y="397"/>
                  <a:pt x="410" y="402"/>
                </a:cubicBezTo>
                <a:cubicBezTo>
                  <a:pt x="414" y="410"/>
                  <a:pt x="414" y="410"/>
                  <a:pt x="414" y="410"/>
                </a:cubicBezTo>
                <a:cubicBezTo>
                  <a:pt x="415" y="412"/>
                  <a:pt x="415" y="412"/>
                  <a:pt x="415" y="412"/>
                </a:cubicBezTo>
                <a:cubicBezTo>
                  <a:pt x="416" y="414"/>
                  <a:pt x="416" y="414"/>
                  <a:pt x="416" y="414"/>
                </a:cubicBezTo>
                <a:cubicBezTo>
                  <a:pt x="419" y="418"/>
                  <a:pt x="419" y="418"/>
                  <a:pt x="419" y="418"/>
                </a:cubicBezTo>
                <a:cubicBezTo>
                  <a:pt x="425" y="429"/>
                  <a:pt x="431" y="440"/>
                  <a:pt x="437" y="450"/>
                </a:cubicBezTo>
                <a:cubicBezTo>
                  <a:pt x="462" y="493"/>
                  <a:pt x="488" y="535"/>
                  <a:pt x="511" y="576"/>
                </a:cubicBezTo>
                <a:cubicBezTo>
                  <a:pt x="535" y="617"/>
                  <a:pt x="555" y="657"/>
                  <a:pt x="566" y="694"/>
                </a:cubicBezTo>
                <a:cubicBezTo>
                  <a:pt x="568" y="704"/>
                  <a:pt x="571" y="713"/>
                  <a:pt x="573" y="721"/>
                </a:cubicBezTo>
                <a:cubicBezTo>
                  <a:pt x="575" y="730"/>
                  <a:pt x="577" y="738"/>
                  <a:pt x="578" y="746"/>
                </a:cubicBezTo>
                <a:cubicBezTo>
                  <a:pt x="579" y="750"/>
                  <a:pt x="579" y="754"/>
                  <a:pt x="580" y="758"/>
                </a:cubicBezTo>
                <a:cubicBezTo>
                  <a:pt x="580" y="754"/>
                  <a:pt x="581" y="750"/>
                  <a:pt x="581" y="745"/>
                </a:cubicBezTo>
                <a:cubicBezTo>
                  <a:pt x="582" y="737"/>
                  <a:pt x="582" y="729"/>
                  <a:pt x="583" y="720"/>
                </a:cubicBezTo>
                <a:cubicBezTo>
                  <a:pt x="583" y="715"/>
                  <a:pt x="584" y="711"/>
                  <a:pt x="584" y="706"/>
                </a:cubicBezTo>
                <a:cubicBezTo>
                  <a:pt x="584" y="701"/>
                  <a:pt x="585" y="697"/>
                  <a:pt x="585" y="692"/>
                </a:cubicBezTo>
                <a:cubicBezTo>
                  <a:pt x="587" y="682"/>
                  <a:pt x="588" y="672"/>
                  <a:pt x="589" y="661"/>
                </a:cubicBezTo>
                <a:cubicBezTo>
                  <a:pt x="590" y="651"/>
                  <a:pt x="592" y="640"/>
                  <a:pt x="593" y="629"/>
                </a:cubicBezTo>
                <a:cubicBezTo>
                  <a:pt x="596" y="607"/>
                  <a:pt x="601" y="584"/>
                  <a:pt x="605" y="560"/>
                </a:cubicBezTo>
                <a:cubicBezTo>
                  <a:pt x="613" y="512"/>
                  <a:pt x="623" y="462"/>
                  <a:pt x="632" y="411"/>
                </a:cubicBezTo>
                <a:cubicBezTo>
                  <a:pt x="635" y="398"/>
                  <a:pt x="637" y="386"/>
                  <a:pt x="639" y="373"/>
                </a:cubicBezTo>
                <a:cubicBezTo>
                  <a:pt x="641" y="361"/>
                  <a:pt x="643" y="348"/>
                  <a:pt x="645" y="335"/>
                </a:cubicBezTo>
                <a:cubicBezTo>
                  <a:pt x="647" y="323"/>
                  <a:pt x="649" y="311"/>
                  <a:pt x="651" y="298"/>
                </a:cubicBezTo>
                <a:cubicBezTo>
                  <a:pt x="653" y="286"/>
                  <a:pt x="654" y="274"/>
                  <a:pt x="656" y="262"/>
                </a:cubicBezTo>
                <a:cubicBezTo>
                  <a:pt x="662" y="214"/>
                  <a:pt x="665" y="169"/>
                  <a:pt x="668" y="131"/>
                </a:cubicBezTo>
                <a:cubicBezTo>
                  <a:pt x="669" y="126"/>
                  <a:pt x="669" y="121"/>
                  <a:pt x="669" y="117"/>
                </a:cubicBezTo>
                <a:cubicBezTo>
                  <a:pt x="670" y="112"/>
                  <a:pt x="670" y="108"/>
                  <a:pt x="670" y="103"/>
                </a:cubicBezTo>
                <a:cubicBezTo>
                  <a:pt x="670" y="94"/>
                  <a:pt x="671" y="86"/>
                  <a:pt x="671" y="78"/>
                </a:cubicBezTo>
                <a:cubicBezTo>
                  <a:pt x="672" y="63"/>
                  <a:pt x="672" y="49"/>
                  <a:pt x="673" y="38"/>
                </a:cubicBezTo>
                <a:cubicBezTo>
                  <a:pt x="674" y="15"/>
                  <a:pt x="674" y="2"/>
                  <a:pt x="674" y="2"/>
                </a:cubicBezTo>
                <a:cubicBezTo>
                  <a:pt x="674" y="2"/>
                  <a:pt x="674" y="15"/>
                  <a:pt x="674" y="38"/>
                </a:cubicBezTo>
                <a:cubicBezTo>
                  <a:pt x="675" y="49"/>
                  <a:pt x="675" y="63"/>
                  <a:pt x="675" y="78"/>
                </a:cubicBezTo>
                <a:cubicBezTo>
                  <a:pt x="675" y="86"/>
                  <a:pt x="675" y="95"/>
                  <a:pt x="675" y="103"/>
                </a:cubicBezTo>
                <a:cubicBezTo>
                  <a:pt x="675" y="108"/>
                  <a:pt x="675" y="112"/>
                  <a:pt x="675" y="117"/>
                </a:cubicBezTo>
                <a:cubicBezTo>
                  <a:pt x="675" y="122"/>
                  <a:pt x="675" y="126"/>
                  <a:pt x="675" y="131"/>
                </a:cubicBezTo>
                <a:cubicBezTo>
                  <a:pt x="673" y="170"/>
                  <a:pt x="673" y="215"/>
                  <a:pt x="669" y="263"/>
                </a:cubicBezTo>
                <a:cubicBezTo>
                  <a:pt x="668" y="275"/>
                  <a:pt x="667" y="288"/>
                  <a:pt x="666" y="300"/>
                </a:cubicBezTo>
                <a:cubicBezTo>
                  <a:pt x="665" y="313"/>
                  <a:pt x="664" y="325"/>
                  <a:pt x="662" y="338"/>
                </a:cubicBezTo>
                <a:cubicBezTo>
                  <a:pt x="661" y="350"/>
                  <a:pt x="659" y="363"/>
                  <a:pt x="658" y="376"/>
                </a:cubicBezTo>
                <a:cubicBezTo>
                  <a:pt x="656" y="389"/>
                  <a:pt x="655" y="401"/>
                  <a:pt x="653" y="414"/>
                </a:cubicBezTo>
                <a:cubicBezTo>
                  <a:pt x="646" y="466"/>
                  <a:pt x="639" y="517"/>
                  <a:pt x="633" y="564"/>
                </a:cubicBezTo>
                <a:cubicBezTo>
                  <a:pt x="630" y="588"/>
                  <a:pt x="627" y="611"/>
                  <a:pt x="625" y="633"/>
                </a:cubicBezTo>
                <a:cubicBezTo>
                  <a:pt x="624" y="644"/>
                  <a:pt x="623" y="655"/>
                  <a:pt x="622" y="665"/>
                </a:cubicBezTo>
                <a:cubicBezTo>
                  <a:pt x="622" y="675"/>
                  <a:pt x="621" y="685"/>
                  <a:pt x="621" y="695"/>
                </a:cubicBezTo>
                <a:cubicBezTo>
                  <a:pt x="620" y="699"/>
                  <a:pt x="620" y="704"/>
                  <a:pt x="620" y="708"/>
                </a:cubicBezTo>
                <a:cubicBezTo>
                  <a:pt x="620" y="713"/>
                  <a:pt x="620" y="717"/>
                  <a:pt x="619" y="722"/>
                </a:cubicBezTo>
                <a:cubicBezTo>
                  <a:pt x="619" y="730"/>
                  <a:pt x="619" y="739"/>
                  <a:pt x="619" y="746"/>
                </a:cubicBezTo>
                <a:cubicBezTo>
                  <a:pt x="618" y="762"/>
                  <a:pt x="619" y="776"/>
                  <a:pt x="619" y="787"/>
                </a:cubicBezTo>
                <a:cubicBezTo>
                  <a:pt x="619" y="791"/>
                  <a:pt x="619" y="796"/>
                  <a:pt x="619" y="799"/>
                </a:cubicBezTo>
                <a:cubicBezTo>
                  <a:pt x="641" y="798"/>
                  <a:pt x="661" y="796"/>
                  <a:pt x="678" y="793"/>
                </a:cubicBezTo>
                <a:cubicBezTo>
                  <a:pt x="678" y="791"/>
                  <a:pt x="678" y="788"/>
                  <a:pt x="678" y="786"/>
                </a:cubicBezTo>
                <a:cubicBezTo>
                  <a:pt x="679" y="781"/>
                  <a:pt x="679" y="776"/>
                  <a:pt x="680" y="770"/>
                </a:cubicBezTo>
                <a:cubicBezTo>
                  <a:pt x="680" y="764"/>
                  <a:pt x="681" y="758"/>
                  <a:pt x="682" y="751"/>
                </a:cubicBezTo>
                <a:cubicBezTo>
                  <a:pt x="682" y="744"/>
                  <a:pt x="684" y="736"/>
                  <a:pt x="685" y="728"/>
                </a:cubicBezTo>
                <a:cubicBezTo>
                  <a:pt x="686" y="720"/>
                  <a:pt x="689" y="712"/>
                  <a:pt x="691" y="703"/>
                </a:cubicBezTo>
                <a:cubicBezTo>
                  <a:pt x="693" y="694"/>
                  <a:pt x="696" y="684"/>
                  <a:pt x="699" y="675"/>
                </a:cubicBezTo>
                <a:cubicBezTo>
                  <a:pt x="711" y="636"/>
                  <a:pt x="733" y="595"/>
                  <a:pt x="758" y="554"/>
                </a:cubicBezTo>
                <a:cubicBezTo>
                  <a:pt x="783" y="512"/>
                  <a:pt x="811" y="470"/>
                  <a:pt x="838" y="426"/>
                </a:cubicBezTo>
                <a:cubicBezTo>
                  <a:pt x="845" y="415"/>
                  <a:pt x="851" y="404"/>
                  <a:pt x="858" y="393"/>
                </a:cubicBezTo>
                <a:cubicBezTo>
                  <a:pt x="860" y="391"/>
                  <a:pt x="861" y="388"/>
                  <a:pt x="863" y="385"/>
                </a:cubicBezTo>
                <a:cubicBezTo>
                  <a:pt x="868" y="377"/>
                  <a:pt x="868" y="377"/>
                  <a:pt x="868" y="377"/>
                </a:cubicBezTo>
                <a:cubicBezTo>
                  <a:pt x="871" y="371"/>
                  <a:pt x="874" y="366"/>
                  <a:pt x="877" y="360"/>
                </a:cubicBezTo>
                <a:cubicBezTo>
                  <a:pt x="881" y="352"/>
                  <a:pt x="881" y="352"/>
                  <a:pt x="881" y="352"/>
                </a:cubicBezTo>
                <a:cubicBezTo>
                  <a:pt x="886" y="344"/>
                  <a:pt x="886" y="344"/>
                  <a:pt x="886" y="344"/>
                </a:cubicBezTo>
                <a:cubicBezTo>
                  <a:pt x="888" y="338"/>
                  <a:pt x="891" y="333"/>
                  <a:pt x="894" y="327"/>
                </a:cubicBezTo>
                <a:cubicBezTo>
                  <a:pt x="900" y="317"/>
                  <a:pt x="904" y="305"/>
                  <a:pt x="909" y="294"/>
                </a:cubicBezTo>
                <a:cubicBezTo>
                  <a:pt x="911" y="289"/>
                  <a:pt x="913" y="284"/>
                  <a:pt x="915" y="278"/>
                </a:cubicBezTo>
                <a:cubicBezTo>
                  <a:pt x="917" y="273"/>
                  <a:pt x="919" y="267"/>
                  <a:pt x="921" y="262"/>
                </a:cubicBezTo>
                <a:cubicBezTo>
                  <a:pt x="923" y="256"/>
                  <a:pt x="925" y="251"/>
                  <a:pt x="927" y="246"/>
                </a:cubicBezTo>
                <a:cubicBezTo>
                  <a:pt x="927" y="243"/>
                  <a:pt x="929" y="240"/>
                  <a:pt x="929" y="238"/>
                </a:cubicBezTo>
                <a:cubicBezTo>
                  <a:pt x="930" y="235"/>
                  <a:pt x="931" y="232"/>
                  <a:pt x="931" y="230"/>
                </a:cubicBezTo>
                <a:cubicBezTo>
                  <a:pt x="934" y="219"/>
                  <a:pt x="937" y="209"/>
                  <a:pt x="940" y="199"/>
                </a:cubicBezTo>
                <a:cubicBezTo>
                  <a:pt x="942" y="189"/>
                  <a:pt x="943" y="179"/>
                  <a:pt x="945" y="170"/>
                </a:cubicBezTo>
                <a:cubicBezTo>
                  <a:pt x="946" y="165"/>
                  <a:pt x="947" y="160"/>
                  <a:pt x="948" y="156"/>
                </a:cubicBezTo>
                <a:cubicBezTo>
                  <a:pt x="948" y="154"/>
                  <a:pt x="949" y="151"/>
                  <a:pt x="949" y="149"/>
                </a:cubicBezTo>
                <a:cubicBezTo>
                  <a:pt x="949" y="147"/>
                  <a:pt x="950" y="145"/>
                  <a:pt x="950" y="143"/>
                </a:cubicBezTo>
                <a:cubicBezTo>
                  <a:pt x="951" y="134"/>
                  <a:pt x="952" y="126"/>
                  <a:pt x="953" y="118"/>
                </a:cubicBezTo>
                <a:cubicBezTo>
                  <a:pt x="954" y="110"/>
                  <a:pt x="955" y="103"/>
                  <a:pt x="955" y="96"/>
                </a:cubicBezTo>
                <a:cubicBezTo>
                  <a:pt x="956" y="89"/>
                  <a:pt x="956" y="83"/>
                  <a:pt x="956" y="78"/>
                </a:cubicBezTo>
                <a:cubicBezTo>
                  <a:pt x="958" y="55"/>
                  <a:pt x="958" y="42"/>
                  <a:pt x="958" y="42"/>
                </a:cubicBezTo>
                <a:cubicBezTo>
                  <a:pt x="958" y="42"/>
                  <a:pt x="958" y="55"/>
                  <a:pt x="958" y="78"/>
                </a:cubicBezTo>
                <a:cubicBezTo>
                  <a:pt x="958" y="83"/>
                  <a:pt x="958" y="90"/>
                  <a:pt x="958" y="96"/>
                </a:cubicBezTo>
                <a:cubicBezTo>
                  <a:pt x="958" y="103"/>
                  <a:pt x="957" y="110"/>
                  <a:pt x="957" y="118"/>
                </a:cubicBezTo>
                <a:cubicBezTo>
                  <a:pt x="956" y="126"/>
                  <a:pt x="956" y="134"/>
                  <a:pt x="955" y="143"/>
                </a:cubicBezTo>
                <a:cubicBezTo>
                  <a:pt x="955" y="145"/>
                  <a:pt x="955" y="148"/>
                  <a:pt x="955" y="150"/>
                </a:cubicBezTo>
                <a:cubicBezTo>
                  <a:pt x="954" y="152"/>
                  <a:pt x="954" y="154"/>
                  <a:pt x="954" y="157"/>
                </a:cubicBezTo>
                <a:cubicBezTo>
                  <a:pt x="953" y="161"/>
                  <a:pt x="952" y="166"/>
                  <a:pt x="952" y="171"/>
                </a:cubicBezTo>
                <a:cubicBezTo>
                  <a:pt x="950" y="180"/>
                  <a:pt x="949" y="190"/>
                  <a:pt x="947" y="200"/>
                </a:cubicBezTo>
                <a:cubicBezTo>
                  <a:pt x="945" y="211"/>
                  <a:pt x="943" y="221"/>
                  <a:pt x="941" y="232"/>
                </a:cubicBezTo>
                <a:cubicBezTo>
                  <a:pt x="940" y="235"/>
                  <a:pt x="940" y="238"/>
                  <a:pt x="939" y="240"/>
                </a:cubicBezTo>
                <a:cubicBezTo>
                  <a:pt x="938" y="243"/>
                  <a:pt x="937" y="246"/>
                  <a:pt x="937" y="249"/>
                </a:cubicBezTo>
                <a:cubicBezTo>
                  <a:pt x="935" y="254"/>
                  <a:pt x="934" y="260"/>
                  <a:pt x="932" y="265"/>
                </a:cubicBezTo>
                <a:cubicBezTo>
                  <a:pt x="930" y="271"/>
                  <a:pt x="929" y="276"/>
                  <a:pt x="927" y="282"/>
                </a:cubicBezTo>
                <a:cubicBezTo>
                  <a:pt x="925" y="288"/>
                  <a:pt x="923" y="293"/>
                  <a:pt x="921" y="299"/>
                </a:cubicBezTo>
                <a:cubicBezTo>
                  <a:pt x="917" y="311"/>
                  <a:pt x="913" y="322"/>
                  <a:pt x="907" y="334"/>
                </a:cubicBezTo>
                <a:cubicBezTo>
                  <a:pt x="905" y="339"/>
                  <a:pt x="902" y="345"/>
                  <a:pt x="900" y="351"/>
                </a:cubicBezTo>
                <a:cubicBezTo>
                  <a:pt x="896" y="360"/>
                  <a:pt x="896" y="360"/>
                  <a:pt x="896" y="360"/>
                </a:cubicBezTo>
                <a:cubicBezTo>
                  <a:pt x="892" y="368"/>
                  <a:pt x="892" y="368"/>
                  <a:pt x="892" y="368"/>
                </a:cubicBezTo>
                <a:cubicBezTo>
                  <a:pt x="889" y="374"/>
                  <a:pt x="886" y="380"/>
                  <a:pt x="883" y="385"/>
                </a:cubicBezTo>
                <a:cubicBezTo>
                  <a:pt x="879" y="394"/>
                  <a:pt x="879" y="394"/>
                  <a:pt x="879" y="394"/>
                </a:cubicBezTo>
                <a:cubicBezTo>
                  <a:pt x="877" y="397"/>
                  <a:pt x="876" y="400"/>
                  <a:pt x="875" y="403"/>
                </a:cubicBezTo>
                <a:cubicBezTo>
                  <a:pt x="868" y="414"/>
                  <a:pt x="862" y="425"/>
                  <a:pt x="856" y="436"/>
                </a:cubicBezTo>
                <a:cubicBezTo>
                  <a:pt x="832" y="482"/>
                  <a:pt x="805" y="526"/>
                  <a:pt x="783" y="568"/>
                </a:cubicBezTo>
                <a:cubicBezTo>
                  <a:pt x="760" y="610"/>
                  <a:pt x="742" y="649"/>
                  <a:pt x="733" y="685"/>
                </a:cubicBezTo>
                <a:cubicBezTo>
                  <a:pt x="723" y="720"/>
                  <a:pt x="720" y="751"/>
                  <a:pt x="719" y="772"/>
                </a:cubicBezTo>
                <a:cubicBezTo>
                  <a:pt x="719" y="776"/>
                  <a:pt x="719" y="780"/>
                  <a:pt x="719" y="784"/>
                </a:cubicBezTo>
                <a:cubicBezTo>
                  <a:pt x="765" y="772"/>
                  <a:pt x="789" y="757"/>
                  <a:pt x="796" y="751"/>
                </a:cubicBezTo>
                <a:cubicBezTo>
                  <a:pt x="796" y="750"/>
                  <a:pt x="796" y="748"/>
                  <a:pt x="796" y="747"/>
                </a:cubicBezTo>
                <a:cubicBezTo>
                  <a:pt x="796" y="744"/>
                  <a:pt x="796" y="742"/>
                  <a:pt x="797" y="739"/>
                </a:cubicBezTo>
                <a:cubicBezTo>
                  <a:pt x="797" y="737"/>
                  <a:pt x="797" y="734"/>
                  <a:pt x="798" y="731"/>
                </a:cubicBezTo>
                <a:cubicBezTo>
                  <a:pt x="798" y="724"/>
                  <a:pt x="799" y="718"/>
                  <a:pt x="800" y="710"/>
                </a:cubicBezTo>
                <a:cubicBezTo>
                  <a:pt x="801" y="703"/>
                  <a:pt x="803" y="695"/>
                  <a:pt x="805" y="687"/>
                </a:cubicBezTo>
                <a:cubicBezTo>
                  <a:pt x="805" y="684"/>
                  <a:pt x="806" y="682"/>
                  <a:pt x="806" y="680"/>
                </a:cubicBezTo>
                <a:cubicBezTo>
                  <a:pt x="807" y="678"/>
                  <a:pt x="807" y="676"/>
                  <a:pt x="808" y="674"/>
                </a:cubicBezTo>
                <a:cubicBezTo>
                  <a:pt x="809" y="669"/>
                  <a:pt x="810" y="665"/>
                  <a:pt x="812" y="660"/>
                </a:cubicBezTo>
                <a:cubicBezTo>
                  <a:pt x="813" y="656"/>
                  <a:pt x="815" y="651"/>
                  <a:pt x="816" y="646"/>
                </a:cubicBezTo>
                <a:cubicBezTo>
                  <a:pt x="818" y="642"/>
                  <a:pt x="820" y="637"/>
                  <a:pt x="822" y="632"/>
                </a:cubicBezTo>
                <a:cubicBezTo>
                  <a:pt x="838" y="593"/>
                  <a:pt x="864" y="552"/>
                  <a:pt x="894" y="511"/>
                </a:cubicBezTo>
                <a:cubicBezTo>
                  <a:pt x="924" y="471"/>
                  <a:pt x="957" y="430"/>
                  <a:pt x="989" y="387"/>
                </a:cubicBezTo>
                <a:cubicBezTo>
                  <a:pt x="997" y="377"/>
                  <a:pt x="1004" y="366"/>
                  <a:pt x="1012" y="355"/>
                </a:cubicBezTo>
                <a:cubicBezTo>
                  <a:pt x="1018" y="347"/>
                  <a:pt x="1018" y="347"/>
                  <a:pt x="1018" y="347"/>
                </a:cubicBezTo>
                <a:cubicBezTo>
                  <a:pt x="1020" y="345"/>
                  <a:pt x="1022" y="342"/>
                  <a:pt x="1024" y="339"/>
                </a:cubicBezTo>
                <a:cubicBezTo>
                  <a:pt x="1027" y="334"/>
                  <a:pt x="1031" y="328"/>
                  <a:pt x="1035" y="323"/>
                </a:cubicBezTo>
                <a:cubicBezTo>
                  <a:pt x="1049" y="302"/>
                  <a:pt x="1062" y="280"/>
                  <a:pt x="1074" y="258"/>
                </a:cubicBezTo>
                <a:cubicBezTo>
                  <a:pt x="1085" y="236"/>
                  <a:pt x="1094" y="214"/>
                  <a:pt x="1102" y="193"/>
                </a:cubicBezTo>
                <a:cubicBezTo>
                  <a:pt x="1110" y="171"/>
                  <a:pt x="1115" y="150"/>
                  <a:pt x="1120" y="131"/>
                </a:cubicBezTo>
                <a:cubicBezTo>
                  <a:pt x="1122" y="121"/>
                  <a:pt x="1124" y="112"/>
                  <a:pt x="1125" y="103"/>
                </a:cubicBezTo>
                <a:cubicBezTo>
                  <a:pt x="1127" y="94"/>
                  <a:pt x="1128" y="86"/>
                  <a:pt x="1129" y="78"/>
                </a:cubicBezTo>
                <a:cubicBezTo>
                  <a:pt x="1130" y="70"/>
                  <a:pt x="1131" y="62"/>
                  <a:pt x="1132" y="55"/>
                </a:cubicBezTo>
                <a:cubicBezTo>
                  <a:pt x="1133" y="48"/>
                  <a:pt x="1133" y="42"/>
                  <a:pt x="1134" y="36"/>
                </a:cubicBezTo>
                <a:cubicBezTo>
                  <a:pt x="1134" y="30"/>
                  <a:pt x="1134" y="25"/>
                  <a:pt x="1134" y="21"/>
                </a:cubicBezTo>
                <a:cubicBezTo>
                  <a:pt x="1135" y="16"/>
                  <a:pt x="1135" y="12"/>
                  <a:pt x="1135" y="9"/>
                </a:cubicBezTo>
                <a:cubicBezTo>
                  <a:pt x="1135" y="3"/>
                  <a:pt x="1135" y="0"/>
                  <a:pt x="1135" y="0"/>
                </a:cubicBezTo>
                <a:cubicBezTo>
                  <a:pt x="1135" y="0"/>
                  <a:pt x="1135" y="3"/>
                  <a:pt x="1135" y="9"/>
                </a:cubicBezTo>
                <a:cubicBezTo>
                  <a:pt x="1135" y="12"/>
                  <a:pt x="1135" y="16"/>
                  <a:pt x="1135" y="21"/>
                </a:cubicBezTo>
                <a:cubicBezTo>
                  <a:pt x="1136" y="25"/>
                  <a:pt x="1136" y="30"/>
                  <a:pt x="1135" y="36"/>
                </a:cubicBezTo>
                <a:close/>
                <a:moveTo>
                  <a:pt x="568" y="901"/>
                </a:moveTo>
                <a:cubicBezTo>
                  <a:pt x="398" y="901"/>
                  <a:pt x="337" y="850"/>
                  <a:pt x="337" y="849"/>
                </a:cubicBezTo>
                <a:cubicBezTo>
                  <a:pt x="320" y="868"/>
                  <a:pt x="320" y="868"/>
                  <a:pt x="320" y="868"/>
                </a:cubicBezTo>
                <a:cubicBezTo>
                  <a:pt x="302" y="887"/>
                  <a:pt x="302" y="887"/>
                  <a:pt x="302" y="887"/>
                </a:cubicBezTo>
                <a:cubicBezTo>
                  <a:pt x="305" y="890"/>
                  <a:pt x="374" y="953"/>
                  <a:pt x="568" y="953"/>
                </a:cubicBezTo>
                <a:cubicBezTo>
                  <a:pt x="761" y="953"/>
                  <a:pt x="830" y="890"/>
                  <a:pt x="833" y="887"/>
                </a:cubicBezTo>
                <a:cubicBezTo>
                  <a:pt x="799" y="849"/>
                  <a:pt x="799" y="849"/>
                  <a:pt x="799" y="849"/>
                </a:cubicBezTo>
                <a:cubicBezTo>
                  <a:pt x="798" y="850"/>
                  <a:pt x="738" y="901"/>
                  <a:pt x="568" y="901"/>
                </a:cubicBezTo>
                <a:close/>
                <a:moveTo>
                  <a:pt x="568" y="1001"/>
                </a:moveTo>
                <a:cubicBezTo>
                  <a:pt x="398" y="1001"/>
                  <a:pt x="337" y="950"/>
                  <a:pt x="337" y="949"/>
                </a:cubicBezTo>
                <a:cubicBezTo>
                  <a:pt x="320" y="968"/>
                  <a:pt x="320" y="968"/>
                  <a:pt x="320" y="968"/>
                </a:cubicBezTo>
                <a:cubicBezTo>
                  <a:pt x="302" y="987"/>
                  <a:pt x="302" y="987"/>
                  <a:pt x="302" y="987"/>
                </a:cubicBezTo>
                <a:cubicBezTo>
                  <a:pt x="305" y="990"/>
                  <a:pt x="374" y="1053"/>
                  <a:pt x="568" y="1053"/>
                </a:cubicBezTo>
                <a:cubicBezTo>
                  <a:pt x="761" y="1053"/>
                  <a:pt x="830" y="990"/>
                  <a:pt x="833" y="987"/>
                </a:cubicBezTo>
                <a:cubicBezTo>
                  <a:pt x="799" y="949"/>
                  <a:pt x="799" y="949"/>
                  <a:pt x="799" y="949"/>
                </a:cubicBezTo>
                <a:cubicBezTo>
                  <a:pt x="798" y="950"/>
                  <a:pt x="738" y="1001"/>
                  <a:pt x="568" y="1001"/>
                </a:cubicBezTo>
                <a:close/>
                <a:moveTo>
                  <a:pt x="799" y="1049"/>
                </a:moveTo>
                <a:cubicBezTo>
                  <a:pt x="798" y="1050"/>
                  <a:pt x="738" y="1101"/>
                  <a:pt x="568" y="1101"/>
                </a:cubicBezTo>
                <a:cubicBezTo>
                  <a:pt x="398" y="1101"/>
                  <a:pt x="337" y="1050"/>
                  <a:pt x="337" y="1049"/>
                </a:cubicBezTo>
                <a:cubicBezTo>
                  <a:pt x="320" y="1068"/>
                  <a:pt x="320" y="1068"/>
                  <a:pt x="320" y="1068"/>
                </a:cubicBezTo>
                <a:cubicBezTo>
                  <a:pt x="302" y="1087"/>
                  <a:pt x="302" y="1087"/>
                  <a:pt x="302" y="1087"/>
                </a:cubicBezTo>
                <a:cubicBezTo>
                  <a:pt x="304" y="1089"/>
                  <a:pt x="335" y="1117"/>
                  <a:pt x="411" y="1135"/>
                </a:cubicBezTo>
                <a:cubicBezTo>
                  <a:pt x="430" y="1156"/>
                  <a:pt x="477" y="1193"/>
                  <a:pt x="568" y="1193"/>
                </a:cubicBezTo>
                <a:cubicBezTo>
                  <a:pt x="658" y="1193"/>
                  <a:pt x="706" y="1156"/>
                  <a:pt x="725" y="1135"/>
                </a:cubicBezTo>
                <a:cubicBezTo>
                  <a:pt x="801" y="1117"/>
                  <a:pt x="831" y="1089"/>
                  <a:pt x="833" y="1087"/>
                </a:cubicBezTo>
                <a:lnTo>
                  <a:pt x="799" y="104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8" name="千图PPT彼岸天：ID 8661124库_任意多边形 37">
            <a:extLst>
              <a:ext uri="{FF2B5EF4-FFF2-40B4-BE49-F238E27FC236}">
                <a16:creationId xmlns:a16="http://schemas.microsoft.com/office/drawing/2014/main" xmlns="" id="{F1D2D39E-6465-4A31-A4A5-5313CE1974D0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5924872" y="1868538"/>
            <a:ext cx="778503" cy="1449313"/>
          </a:xfrm>
          <a:custGeom>
            <a:avLst/>
            <a:gdLst>
              <a:gd name="T0" fmla="*/ 270 w 360"/>
              <a:gd name="T1" fmla="*/ 462 h 671"/>
              <a:gd name="T2" fmla="*/ 335 w 360"/>
              <a:gd name="T3" fmla="*/ 393 h 671"/>
              <a:gd name="T4" fmla="*/ 341 w 360"/>
              <a:gd name="T5" fmla="*/ 382 h 671"/>
              <a:gd name="T6" fmla="*/ 359 w 360"/>
              <a:gd name="T7" fmla="*/ 296 h 671"/>
              <a:gd name="T8" fmla="*/ 356 w 360"/>
              <a:gd name="T9" fmla="*/ 250 h 671"/>
              <a:gd name="T10" fmla="*/ 336 w 360"/>
              <a:gd name="T11" fmla="*/ 292 h 671"/>
              <a:gd name="T12" fmla="*/ 305 w 360"/>
              <a:gd name="T13" fmla="*/ 132 h 671"/>
              <a:gd name="T14" fmla="*/ 195 w 360"/>
              <a:gd name="T15" fmla="*/ 0 h 671"/>
              <a:gd name="T16" fmla="*/ 176 w 360"/>
              <a:gd name="T17" fmla="*/ 93 h 671"/>
              <a:gd name="T18" fmla="*/ 10 w 360"/>
              <a:gd name="T19" fmla="*/ 344 h 671"/>
              <a:gd name="T20" fmla="*/ 20 w 360"/>
              <a:gd name="T21" fmla="*/ 448 h 671"/>
              <a:gd name="T22" fmla="*/ 3 w 360"/>
              <a:gd name="T23" fmla="*/ 432 h 671"/>
              <a:gd name="T24" fmla="*/ 160 w 360"/>
              <a:gd name="T25" fmla="*/ 671 h 671"/>
              <a:gd name="T26" fmla="*/ 101 w 360"/>
              <a:gd name="T27" fmla="*/ 497 h 671"/>
              <a:gd name="T28" fmla="*/ 181 w 360"/>
              <a:gd name="T29" fmla="*/ 237 h 671"/>
              <a:gd name="T30" fmla="*/ 115 w 360"/>
              <a:gd name="T31" fmla="*/ 495 h 671"/>
              <a:gd name="T32" fmla="*/ 177 w 360"/>
              <a:gd name="T33" fmla="*/ 656 h 671"/>
              <a:gd name="T34" fmla="*/ 184 w 360"/>
              <a:gd name="T35" fmla="*/ 592 h 671"/>
              <a:gd name="T36" fmla="*/ 322 w 360"/>
              <a:gd name="T37" fmla="*/ 440 h 671"/>
              <a:gd name="T38" fmla="*/ 270 w 360"/>
              <a:gd name="T39" fmla="*/ 462 h 6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60" h="671">
                <a:moveTo>
                  <a:pt x="270" y="462"/>
                </a:moveTo>
                <a:cubicBezTo>
                  <a:pt x="270" y="462"/>
                  <a:pt x="313" y="430"/>
                  <a:pt x="335" y="393"/>
                </a:cubicBezTo>
                <a:cubicBezTo>
                  <a:pt x="337" y="389"/>
                  <a:pt x="339" y="386"/>
                  <a:pt x="341" y="382"/>
                </a:cubicBezTo>
                <a:cubicBezTo>
                  <a:pt x="352" y="356"/>
                  <a:pt x="358" y="327"/>
                  <a:pt x="359" y="296"/>
                </a:cubicBezTo>
                <a:cubicBezTo>
                  <a:pt x="360" y="280"/>
                  <a:pt x="359" y="265"/>
                  <a:pt x="356" y="250"/>
                </a:cubicBezTo>
                <a:cubicBezTo>
                  <a:pt x="346" y="274"/>
                  <a:pt x="336" y="292"/>
                  <a:pt x="336" y="292"/>
                </a:cubicBezTo>
                <a:cubicBezTo>
                  <a:pt x="336" y="292"/>
                  <a:pt x="358" y="242"/>
                  <a:pt x="305" y="132"/>
                </a:cubicBezTo>
                <a:cubicBezTo>
                  <a:pt x="272" y="64"/>
                  <a:pt x="195" y="0"/>
                  <a:pt x="195" y="0"/>
                </a:cubicBezTo>
                <a:cubicBezTo>
                  <a:pt x="195" y="0"/>
                  <a:pt x="210" y="31"/>
                  <a:pt x="176" y="93"/>
                </a:cubicBezTo>
                <a:cubicBezTo>
                  <a:pt x="148" y="143"/>
                  <a:pt x="30" y="208"/>
                  <a:pt x="10" y="344"/>
                </a:cubicBezTo>
                <a:cubicBezTo>
                  <a:pt x="0" y="407"/>
                  <a:pt x="20" y="448"/>
                  <a:pt x="20" y="448"/>
                </a:cubicBezTo>
                <a:cubicBezTo>
                  <a:pt x="20" y="448"/>
                  <a:pt x="13" y="448"/>
                  <a:pt x="3" y="432"/>
                </a:cubicBezTo>
                <a:cubicBezTo>
                  <a:pt x="20" y="565"/>
                  <a:pt x="160" y="671"/>
                  <a:pt x="160" y="671"/>
                </a:cubicBezTo>
                <a:cubicBezTo>
                  <a:pt x="160" y="671"/>
                  <a:pt x="115" y="626"/>
                  <a:pt x="101" y="497"/>
                </a:cubicBezTo>
                <a:cubicBezTo>
                  <a:pt x="86" y="357"/>
                  <a:pt x="181" y="237"/>
                  <a:pt x="181" y="237"/>
                </a:cubicBezTo>
                <a:cubicBezTo>
                  <a:pt x="181" y="237"/>
                  <a:pt x="96" y="368"/>
                  <a:pt x="115" y="495"/>
                </a:cubicBezTo>
                <a:cubicBezTo>
                  <a:pt x="127" y="582"/>
                  <a:pt x="163" y="636"/>
                  <a:pt x="177" y="656"/>
                </a:cubicBezTo>
                <a:cubicBezTo>
                  <a:pt x="172" y="646"/>
                  <a:pt x="168" y="627"/>
                  <a:pt x="184" y="592"/>
                </a:cubicBezTo>
                <a:cubicBezTo>
                  <a:pt x="207" y="540"/>
                  <a:pt x="275" y="507"/>
                  <a:pt x="322" y="440"/>
                </a:cubicBezTo>
                <a:cubicBezTo>
                  <a:pt x="294" y="456"/>
                  <a:pt x="270" y="462"/>
                  <a:pt x="270" y="4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9" name="千图PPT彼岸天：ID 8661124库_任意多边形 38">
            <a:extLst>
              <a:ext uri="{FF2B5EF4-FFF2-40B4-BE49-F238E27FC236}">
                <a16:creationId xmlns:a16="http://schemas.microsoft.com/office/drawing/2014/main" xmlns="" id="{F751C431-F284-483D-8BAE-B389D9DFA125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385768" y="2870645"/>
            <a:ext cx="549424" cy="1109801"/>
          </a:xfrm>
          <a:custGeom>
            <a:avLst/>
            <a:gdLst>
              <a:gd name="T0" fmla="*/ 201 w 254"/>
              <a:gd name="T1" fmla="*/ 353 h 514"/>
              <a:gd name="T2" fmla="*/ 243 w 254"/>
              <a:gd name="T3" fmla="*/ 299 h 514"/>
              <a:gd name="T4" fmla="*/ 247 w 254"/>
              <a:gd name="T5" fmla="*/ 291 h 514"/>
              <a:gd name="T6" fmla="*/ 253 w 254"/>
              <a:gd name="T7" fmla="*/ 225 h 514"/>
              <a:gd name="T8" fmla="*/ 246 w 254"/>
              <a:gd name="T9" fmla="*/ 190 h 514"/>
              <a:gd name="T10" fmla="*/ 235 w 254"/>
              <a:gd name="T11" fmla="*/ 222 h 514"/>
              <a:gd name="T12" fmla="*/ 199 w 254"/>
              <a:gd name="T13" fmla="*/ 100 h 514"/>
              <a:gd name="T14" fmla="*/ 108 w 254"/>
              <a:gd name="T15" fmla="*/ 0 h 514"/>
              <a:gd name="T16" fmla="*/ 102 w 254"/>
              <a:gd name="T17" fmla="*/ 71 h 514"/>
              <a:gd name="T18" fmla="*/ 2 w 254"/>
              <a:gd name="T19" fmla="*/ 265 h 514"/>
              <a:gd name="T20" fmla="*/ 18 w 254"/>
              <a:gd name="T21" fmla="*/ 345 h 514"/>
              <a:gd name="T22" fmla="*/ 4 w 254"/>
              <a:gd name="T23" fmla="*/ 333 h 514"/>
              <a:gd name="T24" fmla="*/ 139 w 254"/>
              <a:gd name="T25" fmla="*/ 514 h 514"/>
              <a:gd name="T26" fmla="*/ 81 w 254"/>
              <a:gd name="T27" fmla="*/ 381 h 514"/>
              <a:gd name="T28" fmla="*/ 118 w 254"/>
              <a:gd name="T29" fmla="*/ 181 h 514"/>
              <a:gd name="T30" fmla="*/ 91 w 254"/>
              <a:gd name="T31" fmla="*/ 380 h 514"/>
              <a:gd name="T32" fmla="*/ 150 w 254"/>
              <a:gd name="T33" fmla="*/ 502 h 514"/>
              <a:gd name="T34" fmla="*/ 149 w 254"/>
              <a:gd name="T35" fmla="*/ 453 h 514"/>
              <a:gd name="T36" fmla="*/ 237 w 254"/>
              <a:gd name="T37" fmla="*/ 336 h 514"/>
              <a:gd name="T38" fmla="*/ 201 w 254"/>
              <a:gd name="T39" fmla="*/ 353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54" h="514">
                <a:moveTo>
                  <a:pt x="201" y="353"/>
                </a:moveTo>
                <a:cubicBezTo>
                  <a:pt x="201" y="353"/>
                  <a:pt x="230" y="328"/>
                  <a:pt x="243" y="299"/>
                </a:cubicBezTo>
                <a:cubicBezTo>
                  <a:pt x="244" y="297"/>
                  <a:pt x="246" y="294"/>
                  <a:pt x="247" y="291"/>
                </a:cubicBezTo>
                <a:cubicBezTo>
                  <a:pt x="252" y="271"/>
                  <a:pt x="254" y="249"/>
                  <a:pt x="253" y="225"/>
                </a:cubicBezTo>
                <a:cubicBezTo>
                  <a:pt x="252" y="213"/>
                  <a:pt x="249" y="201"/>
                  <a:pt x="246" y="190"/>
                </a:cubicBezTo>
                <a:cubicBezTo>
                  <a:pt x="241" y="208"/>
                  <a:pt x="235" y="222"/>
                  <a:pt x="235" y="222"/>
                </a:cubicBezTo>
                <a:cubicBezTo>
                  <a:pt x="235" y="222"/>
                  <a:pt x="247" y="184"/>
                  <a:pt x="199" y="100"/>
                </a:cubicBezTo>
                <a:cubicBezTo>
                  <a:pt x="170" y="49"/>
                  <a:pt x="108" y="0"/>
                  <a:pt x="108" y="0"/>
                </a:cubicBezTo>
                <a:cubicBezTo>
                  <a:pt x="108" y="0"/>
                  <a:pt x="122" y="24"/>
                  <a:pt x="102" y="71"/>
                </a:cubicBezTo>
                <a:cubicBezTo>
                  <a:pt x="86" y="111"/>
                  <a:pt x="5" y="162"/>
                  <a:pt x="2" y="265"/>
                </a:cubicBezTo>
                <a:cubicBezTo>
                  <a:pt x="0" y="314"/>
                  <a:pt x="18" y="345"/>
                  <a:pt x="18" y="345"/>
                </a:cubicBezTo>
                <a:cubicBezTo>
                  <a:pt x="18" y="345"/>
                  <a:pt x="13" y="345"/>
                  <a:pt x="4" y="333"/>
                </a:cubicBezTo>
                <a:cubicBezTo>
                  <a:pt x="28" y="434"/>
                  <a:pt x="139" y="514"/>
                  <a:pt x="139" y="514"/>
                </a:cubicBezTo>
                <a:cubicBezTo>
                  <a:pt x="139" y="514"/>
                  <a:pt x="102" y="480"/>
                  <a:pt x="81" y="381"/>
                </a:cubicBezTo>
                <a:cubicBezTo>
                  <a:pt x="59" y="275"/>
                  <a:pt x="118" y="181"/>
                  <a:pt x="118" y="181"/>
                </a:cubicBezTo>
                <a:cubicBezTo>
                  <a:pt x="118" y="181"/>
                  <a:pt x="67" y="283"/>
                  <a:pt x="91" y="380"/>
                </a:cubicBezTo>
                <a:cubicBezTo>
                  <a:pt x="107" y="446"/>
                  <a:pt x="138" y="487"/>
                  <a:pt x="150" y="502"/>
                </a:cubicBezTo>
                <a:cubicBezTo>
                  <a:pt x="146" y="495"/>
                  <a:pt x="141" y="480"/>
                  <a:pt x="149" y="453"/>
                </a:cubicBezTo>
                <a:cubicBezTo>
                  <a:pt x="162" y="413"/>
                  <a:pt x="209" y="387"/>
                  <a:pt x="237" y="336"/>
                </a:cubicBezTo>
                <a:cubicBezTo>
                  <a:pt x="219" y="348"/>
                  <a:pt x="201" y="353"/>
                  <a:pt x="201" y="35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0" name="千图PPT彼岸天：ID 8661124库_任意多边形 39">
            <a:extLst>
              <a:ext uri="{FF2B5EF4-FFF2-40B4-BE49-F238E27FC236}">
                <a16:creationId xmlns:a16="http://schemas.microsoft.com/office/drawing/2014/main" xmlns="" id="{62F2DEC8-3566-4C2E-9654-C2DD4BFA8693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610002" y="1803739"/>
            <a:ext cx="440817" cy="823225"/>
          </a:xfrm>
          <a:custGeom>
            <a:avLst/>
            <a:gdLst>
              <a:gd name="T0" fmla="*/ 157 w 204"/>
              <a:gd name="T1" fmla="*/ 252 h 381"/>
              <a:gd name="T2" fmla="*/ 192 w 204"/>
              <a:gd name="T3" fmla="*/ 207 h 381"/>
              <a:gd name="T4" fmla="*/ 196 w 204"/>
              <a:gd name="T5" fmla="*/ 201 h 381"/>
              <a:gd name="T6" fmla="*/ 204 w 204"/>
              <a:gd name="T7" fmla="*/ 151 h 381"/>
              <a:gd name="T8" fmla="*/ 201 w 204"/>
              <a:gd name="T9" fmla="*/ 125 h 381"/>
              <a:gd name="T10" fmla="*/ 190 w 204"/>
              <a:gd name="T11" fmla="*/ 150 h 381"/>
              <a:gd name="T12" fmla="*/ 168 w 204"/>
              <a:gd name="T13" fmla="*/ 64 h 381"/>
              <a:gd name="T14" fmla="*/ 101 w 204"/>
              <a:gd name="T15" fmla="*/ 0 h 381"/>
              <a:gd name="T16" fmla="*/ 93 w 204"/>
              <a:gd name="T17" fmla="*/ 54 h 381"/>
              <a:gd name="T18" fmla="*/ 3 w 204"/>
              <a:gd name="T19" fmla="*/ 211 h 381"/>
              <a:gd name="T20" fmla="*/ 12 w 204"/>
              <a:gd name="T21" fmla="*/ 269 h 381"/>
              <a:gd name="T22" fmla="*/ 2 w 204"/>
              <a:gd name="T23" fmla="*/ 262 h 381"/>
              <a:gd name="T24" fmla="*/ 99 w 204"/>
              <a:gd name="T25" fmla="*/ 381 h 381"/>
              <a:gd name="T26" fmla="*/ 60 w 204"/>
              <a:gd name="T27" fmla="*/ 288 h 381"/>
              <a:gd name="T28" fmla="*/ 99 w 204"/>
              <a:gd name="T29" fmla="*/ 134 h 381"/>
              <a:gd name="T30" fmla="*/ 68 w 204"/>
              <a:gd name="T31" fmla="*/ 286 h 381"/>
              <a:gd name="T32" fmla="*/ 108 w 204"/>
              <a:gd name="T33" fmla="*/ 371 h 381"/>
              <a:gd name="T34" fmla="*/ 110 w 204"/>
              <a:gd name="T35" fmla="*/ 334 h 381"/>
              <a:gd name="T36" fmla="*/ 186 w 204"/>
              <a:gd name="T37" fmla="*/ 235 h 381"/>
              <a:gd name="T38" fmla="*/ 157 w 204"/>
              <a:gd name="T39" fmla="*/ 252 h 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4" h="381">
                <a:moveTo>
                  <a:pt x="157" y="252"/>
                </a:moveTo>
                <a:cubicBezTo>
                  <a:pt x="157" y="252"/>
                  <a:pt x="181" y="230"/>
                  <a:pt x="192" y="207"/>
                </a:cubicBezTo>
                <a:cubicBezTo>
                  <a:pt x="194" y="205"/>
                  <a:pt x="195" y="203"/>
                  <a:pt x="196" y="201"/>
                </a:cubicBezTo>
                <a:cubicBezTo>
                  <a:pt x="201" y="185"/>
                  <a:pt x="204" y="168"/>
                  <a:pt x="204" y="151"/>
                </a:cubicBezTo>
                <a:cubicBezTo>
                  <a:pt x="204" y="142"/>
                  <a:pt x="202" y="133"/>
                  <a:pt x="201" y="125"/>
                </a:cubicBezTo>
                <a:cubicBezTo>
                  <a:pt x="195" y="139"/>
                  <a:pt x="190" y="150"/>
                  <a:pt x="190" y="150"/>
                </a:cubicBezTo>
                <a:cubicBezTo>
                  <a:pt x="190" y="150"/>
                  <a:pt x="202" y="120"/>
                  <a:pt x="168" y="64"/>
                </a:cubicBezTo>
                <a:cubicBezTo>
                  <a:pt x="147" y="29"/>
                  <a:pt x="101" y="0"/>
                  <a:pt x="101" y="0"/>
                </a:cubicBezTo>
                <a:cubicBezTo>
                  <a:pt x="101" y="0"/>
                  <a:pt x="110" y="16"/>
                  <a:pt x="93" y="54"/>
                </a:cubicBezTo>
                <a:cubicBezTo>
                  <a:pt x="78" y="85"/>
                  <a:pt x="11" y="133"/>
                  <a:pt x="3" y="211"/>
                </a:cubicBezTo>
                <a:cubicBezTo>
                  <a:pt x="0" y="248"/>
                  <a:pt x="12" y="269"/>
                  <a:pt x="12" y="269"/>
                </a:cubicBezTo>
                <a:cubicBezTo>
                  <a:pt x="12" y="269"/>
                  <a:pt x="8" y="270"/>
                  <a:pt x="2" y="262"/>
                </a:cubicBezTo>
                <a:cubicBezTo>
                  <a:pt x="15" y="334"/>
                  <a:pt x="99" y="381"/>
                  <a:pt x="99" y="381"/>
                </a:cubicBezTo>
                <a:cubicBezTo>
                  <a:pt x="99" y="381"/>
                  <a:pt x="72" y="360"/>
                  <a:pt x="60" y="288"/>
                </a:cubicBezTo>
                <a:cubicBezTo>
                  <a:pt x="48" y="211"/>
                  <a:pt x="99" y="134"/>
                  <a:pt x="99" y="134"/>
                </a:cubicBezTo>
                <a:cubicBezTo>
                  <a:pt x="99" y="134"/>
                  <a:pt x="54" y="216"/>
                  <a:pt x="68" y="286"/>
                </a:cubicBezTo>
                <a:cubicBezTo>
                  <a:pt x="77" y="334"/>
                  <a:pt x="100" y="361"/>
                  <a:pt x="108" y="371"/>
                </a:cubicBezTo>
                <a:cubicBezTo>
                  <a:pt x="105" y="366"/>
                  <a:pt x="102" y="355"/>
                  <a:pt x="110" y="334"/>
                </a:cubicBezTo>
                <a:cubicBezTo>
                  <a:pt x="122" y="303"/>
                  <a:pt x="161" y="278"/>
                  <a:pt x="186" y="235"/>
                </a:cubicBezTo>
                <a:cubicBezTo>
                  <a:pt x="170" y="247"/>
                  <a:pt x="157" y="252"/>
                  <a:pt x="157" y="25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1" name="千图PPT彼岸天：ID 8661124库_任意多边形 40">
            <a:extLst>
              <a:ext uri="{FF2B5EF4-FFF2-40B4-BE49-F238E27FC236}">
                <a16:creationId xmlns:a16="http://schemas.microsoft.com/office/drawing/2014/main" xmlns="" id="{23EC6C55-8249-4ACF-9177-1E9BDB52BA1B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5776108" y="3281345"/>
            <a:ext cx="494664" cy="831438"/>
          </a:xfrm>
          <a:custGeom>
            <a:avLst/>
            <a:gdLst>
              <a:gd name="T0" fmla="*/ 20 w 229"/>
              <a:gd name="T1" fmla="*/ 190 h 385"/>
              <a:gd name="T2" fmla="*/ 15 w 229"/>
              <a:gd name="T3" fmla="*/ 126 h 385"/>
              <a:gd name="T4" fmla="*/ 43 w 229"/>
              <a:gd name="T5" fmla="*/ 68 h 385"/>
              <a:gd name="T6" fmla="*/ 45 w 229"/>
              <a:gd name="T7" fmla="*/ 93 h 385"/>
              <a:gd name="T8" fmla="*/ 94 w 229"/>
              <a:gd name="T9" fmla="*/ 32 h 385"/>
              <a:gd name="T10" fmla="*/ 153 w 229"/>
              <a:gd name="T11" fmla="*/ 4 h 385"/>
              <a:gd name="T12" fmla="*/ 183 w 229"/>
              <a:gd name="T13" fmla="*/ 0 h 385"/>
              <a:gd name="T14" fmla="*/ 164 w 229"/>
              <a:gd name="T15" fmla="*/ 46 h 385"/>
              <a:gd name="T16" fmla="*/ 210 w 229"/>
              <a:gd name="T17" fmla="*/ 198 h 385"/>
              <a:gd name="T18" fmla="*/ 134 w 229"/>
              <a:gd name="T19" fmla="*/ 354 h 385"/>
              <a:gd name="T20" fmla="*/ 95 w 229"/>
              <a:gd name="T21" fmla="*/ 385 h 385"/>
              <a:gd name="T22" fmla="*/ 140 w 229"/>
              <a:gd name="T23" fmla="*/ 293 h 385"/>
              <a:gd name="T24" fmla="*/ 122 w 229"/>
              <a:gd name="T25" fmla="*/ 167 h 385"/>
              <a:gd name="T26" fmla="*/ 122 w 229"/>
              <a:gd name="T27" fmla="*/ 297 h 385"/>
              <a:gd name="T28" fmla="*/ 74 w 229"/>
              <a:gd name="T29" fmla="*/ 361 h 385"/>
              <a:gd name="T30" fmla="*/ 26 w 229"/>
              <a:gd name="T31" fmla="*/ 258 h 385"/>
              <a:gd name="T32" fmla="*/ 0 w 229"/>
              <a:gd name="T33" fmla="*/ 165 h 385"/>
              <a:gd name="T34" fmla="*/ 20 w 229"/>
              <a:gd name="T35" fmla="*/ 190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29" h="385">
                <a:moveTo>
                  <a:pt x="20" y="190"/>
                </a:moveTo>
                <a:cubicBezTo>
                  <a:pt x="20" y="190"/>
                  <a:pt x="9" y="161"/>
                  <a:pt x="15" y="126"/>
                </a:cubicBezTo>
                <a:cubicBezTo>
                  <a:pt x="22" y="90"/>
                  <a:pt x="43" y="68"/>
                  <a:pt x="43" y="68"/>
                </a:cubicBezTo>
                <a:cubicBezTo>
                  <a:pt x="45" y="93"/>
                  <a:pt x="45" y="93"/>
                  <a:pt x="45" y="93"/>
                </a:cubicBezTo>
                <a:cubicBezTo>
                  <a:pt x="45" y="93"/>
                  <a:pt x="52" y="65"/>
                  <a:pt x="94" y="32"/>
                </a:cubicBezTo>
                <a:cubicBezTo>
                  <a:pt x="114" y="17"/>
                  <a:pt x="136" y="9"/>
                  <a:pt x="153" y="4"/>
                </a:cubicBezTo>
                <a:cubicBezTo>
                  <a:pt x="171" y="1"/>
                  <a:pt x="183" y="0"/>
                  <a:pt x="183" y="0"/>
                </a:cubicBezTo>
                <a:cubicBezTo>
                  <a:pt x="183" y="0"/>
                  <a:pt x="166" y="9"/>
                  <a:pt x="164" y="46"/>
                </a:cubicBezTo>
                <a:cubicBezTo>
                  <a:pt x="160" y="105"/>
                  <a:pt x="192" y="118"/>
                  <a:pt x="210" y="198"/>
                </a:cubicBezTo>
                <a:cubicBezTo>
                  <a:pt x="229" y="285"/>
                  <a:pt x="166" y="335"/>
                  <a:pt x="134" y="354"/>
                </a:cubicBezTo>
                <a:cubicBezTo>
                  <a:pt x="111" y="368"/>
                  <a:pt x="99" y="380"/>
                  <a:pt x="95" y="385"/>
                </a:cubicBezTo>
                <a:cubicBezTo>
                  <a:pt x="102" y="376"/>
                  <a:pt x="125" y="343"/>
                  <a:pt x="140" y="293"/>
                </a:cubicBezTo>
                <a:cubicBezTo>
                  <a:pt x="159" y="232"/>
                  <a:pt x="122" y="167"/>
                  <a:pt x="122" y="167"/>
                </a:cubicBezTo>
                <a:cubicBezTo>
                  <a:pt x="122" y="167"/>
                  <a:pt x="151" y="231"/>
                  <a:pt x="122" y="297"/>
                </a:cubicBezTo>
                <a:cubicBezTo>
                  <a:pt x="104" y="337"/>
                  <a:pt x="74" y="361"/>
                  <a:pt x="74" y="361"/>
                </a:cubicBezTo>
                <a:cubicBezTo>
                  <a:pt x="74" y="361"/>
                  <a:pt x="68" y="330"/>
                  <a:pt x="26" y="258"/>
                </a:cubicBezTo>
                <a:cubicBezTo>
                  <a:pt x="11" y="233"/>
                  <a:pt x="0" y="199"/>
                  <a:pt x="0" y="165"/>
                </a:cubicBezTo>
                <a:cubicBezTo>
                  <a:pt x="12" y="189"/>
                  <a:pt x="20" y="190"/>
                  <a:pt x="20" y="19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2" name="千图PPT彼岸天：ID 8661124库_任意多边形 41">
            <a:extLst>
              <a:ext uri="{FF2B5EF4-FFF2-40B4-BE49-F238E27FC236}">
                <a16:creationId xmlns:a16="http://schemas.microsoft.com/office/drawing/2014/main" xmlns="" id="{C37BC12C-0847-4589-A824-8BF4BC87D887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6763611" y="2369591"/>
            <a:ext cx="566765" cy="926356"/>
          </a:xfrm>
          <a:custGeom>
            <a:avLst/>
            <a:gdLst>
              <a:gd name="T0" fmla="*/ 97 w 262"/>
              <a:gd name="T1" fmla="*/ 429 h 429"/>
              <a:gd name="T2" fmla="*/ 54 w 262"/>
              <a:gd name="T3" fmla="*/ 337 h 429"/>
              <a:gd name="T4" fmla="*/ 18 w 262"/>
              <a:gd name="T5" fmla="*/ 200 h 429"/>
              <a:gd name="T6" fmla="*/ 29 w 262"/>
              <a:gd name="T7" fmla="*/ 215 h 429"/>
              <a:gd name="T8" fmla="*/ 74 w 262"/>
              <a:gd name="T9" fmla="*/ 97 h 429"/>
              <a:gd name="T10" fmla="*/ 187 w 262"/>
              <a:gd name="T11" fmla="*/ 0 h 429"/>
              <a:gd name="T12" fmla="*/ 211 w 262"/>
              <a:gd name="T13" fmla="*/ 119 h 429"/>
              <a:gd name="T14" fmla="*/ 220 w 262"/>
              <a:gd name="T15" fmla="*/ 310 h 429"/>
              <a:gd name="T16" fmla="*/ 116 w 262"/>
              <a:gd name="T17" fmla="*/ 424 h 429"/>
              <a:gd name="T18" fmla="*/ 152 w 262"/>
              <a:gd name="T19" fmla="*/ 324 h 429"/>
              <a:gd name="T20" fmla="*/ 138 w 262"/>
              <a:gd name="T21" fmla="*/ 242 h 429"/>
              <a:gd name="T22" fmla="*/ 137 w 262"/>
              <a:gd name="T23" fmla="*/ 327 h 429"/>
              <a:gd name="T24" fmla="*/ 97 w 262"/>
              <a:gd name="T25" fmla="*/ 429 h 4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62" h="429">
                <a:moveTo>
                  <a:pt x="97" y="429"/>
                </a:moveTo>
                <a:cubicBezTo>
                  <a:pt x="97" y="429"/>
                  <a:pt x="91" y="386"/>
                  <a:pt x="54" y="337"/>
                </a:cubicBezTo>
                <a:cubicBezTo>
                  <a:pt x="0" y="267"/>
                  <a:pt x="18" y="200"/>
                  <a:pt x="18" y="200"/>
                </a:cubicBezTo>
                <a:cubicBezTo>
                  <a:pt x="29" y="215"/>
                  <a:pt x="29" y="215"/>
                  <a:pt x="29" y="215"/>
                </a:cubicBezTo>
                <a:cubicBezTo>
                  <a:pt x="29" y="215"/>
                  <a:pt x="26" y="152"/>
                  <a:pt x="74" y="97"/>
                </a:cubicBezTo>
                <a:cubicBezTo>
                  <a:pt x="122" y="42"/>
                  <a:pt x="187" y="0"/>
                  <a:pt x="187" y="0"/>
                </a:cubicBezTo>
                <a:cubicBezTo>
                  <a:pt x="187" y="0"/>
                  <a:pt x="172" y="47"/>
                  <a:pt x="211" y="119"/>
                </a:cubicBezTo>
                <a:cubicBezTo>
                  <a:pt x="249" y="192"/>
                  <a:pt x="262" y="235"/>
                  <a:pt x="220" y="310"/>
                </a:cubicBezTo>
                <a:cubicBezTo>
                  <a:pt x="178" y="385"/>
                  <a:pt x="116" y="424"/>
                  <a:pt x="116" y="424"/>
                </a:cubicBezTo>
                <a:cubicBezTo>
                  <a:pt x="116" y="424"/>
                  <a:pt x="151" y="354"/>
                  <a:pt x="152" y="324"/>
                </a:cubicBezTo>
                <a:cubicBezTo>
                  <a:pt x="152" y="293"/>
                  <a:pt x="138" y="242"/>
                  <a:pt x="138" y="242"/>
                </a:cubicBezTo>
                <a:cubicBezTo>
                  <a:pt x="138" y="242"/>
                  <a:pt x="149" y="274"/>
                  <a:pt x="137" y="327"/>
                </a:cubicBezTo>
                <a:cubicBezTo>
                  <a:pt x="125" y="379"/>
                  <a:pt x="97" y="429"/>
                  <a:pt x="97" y="42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3" name="千图PPT彼岸天：ID 8661124库_任意多边形 42">
            <a:extLst>
              <a:ext uri="{FF2B5EF4-FFF2-40B4-BE49-F238E27FC236}">
                <a16:creationId xmlns:a16="http://schemas.microsoft.com/office/drawing/2014/main" xmlns="" id="{01FE3DF3-CCE7-4530-BC09-205F0AE18BF7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5065142" y="2116783"/>
            <a:ext cx="661682" cy="1190116"/>
          </a:xfrm>
          <a:custGeom>
            <a:avLst/>
            <a:gdLst>
              <a:gd name="T0" fmla="*/ 244 w 306"/>
              <a:gd name="T1" fmla="*/ 551 h 551"/>
              <a:gd name="T2" fmla="*/ 141 w 306"/>
              <a:gd name="T3" fmla="*/ 472 h 551"/>
              <a:gd name="T4" fmla="*/ 21 w 306"/>
              <a:gd name="T5" fmla="*/ 335 h 551"/>
              <a:gd name="T6" fmla="*/ 41 w 306"/>
              <a:gd name="T7" fmla="*/ 346 h 551"/>
              <a:gd name="T8" fmla="*/ 19 w 306"/>
              <a:gd name="T9" fmla="*/ 182 h 551"/>
              <a:gd name="T10" fmla="*/ 85 w 306"/>
              <a:gd name="T11" fmla="*/ 0 h 551"/>
              <a:gd name="T12" fmla="*/ 181 w 306"/>
              <a:gd name="T13" fmla="*/ 123 h 551"/>
              <a:gd name="T14" fmla="*/ 306 w 306"/>
              <a:gd name="T15" fmla="*/ 337 h 551"/>
              <a:gd name="T16" fmla="*/ 261 w 306"/>
              <a:gd name="T17" fmla="*/ 533 h 551"/>
              <a:gd name="T18" fmla="*/ 240 w 306"/>
              <a:gd name="T19" fmla="*/ 396 h 551"/>
              <a:gd name="T20" fmla="*/ 176 w 306"/>
              <a:gd name="T21" fmla="*/ 309 h 551"/>
              <a:gd name="T22" fmla="*/ 225 w 306"/>
              <a:gd name="T23" fmla="*/ 408 h 551"/>
              <a:gd name="T24" fmla="*/ 244 w 306"/>
              <a:gd name="T25" fmla="*/ 551 h 5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06" h="551">
                <a:moveTo>
                  <a:pt x="244" y="551"/>
                </a:moveTo>
                <a:cubicBezTo>
                  <a:pt x="244" y="551"/>
                  <a:pt x="210" y="505"/>
                  <a:pt x="141" y="472"/>
                </a:cubicBezTo>
                <a:cubicBezTo>
                  <a:pt x="41" y="424"/>
                  <a:pt x="21" y="335"/>
                  <a:pt x="21" y="335"/>
                </a:cubicBezTo>
                <a:cubicBezTo>
                  <a:pt x="41" y="346"/>
                  <a:pt x="41" y="346"/>
                  <a:pt x="41" y="346"/>
                </a:cubicBezTo>
                <a:cubicBezTo>
                  <a:pt x="41" y="346"/>
                  <a:pt x="0" y="275"/>
                  <a:pt x="19" y="182"/>
                </a:cubicBezTo>
                <a:cubicBezTo>
                  <a:pt x="38" y="88"/>
                  <a:pt x="85" y="0"/>
                  <a:pt x="85" y="0"/>
                </a:cubicBezTo>
                <a:cubicBezTo>
                  <a:pt x="85" y="0"/>
                  <a:pt x="97" y="63"/>
                  <a:pt x="181" y="123"/>
                </a:cubicBezTo>
                <a:cubicBezTo>
                  <a:pt x="266" y="184"/>
                  <a:pt x="306" y="224"/>
                  <a:pt x="306" y="337"/>
                </a:cubicBezTo>
                <a:cubicBezTo>
                  <a:pt x="305" y="450"/>
                  <a:pt x="261" y="533"/>
                  <a:pt x="261" y="533"/>
                </a:cubicBezTo>
                <a:cubicBezTo>
                  <a:pt x="261" y="533"/>
                  <a:pt x="257" y="432"/>
                  <a:pt x="240" y="396"/>
                </a:cubicBezTo>
                <a:cubicBezTo>
                  <a:pt x="222" y="360"/>
                  <a:pt x="176" y="309"/>
                  <a:pt x="176" y="309"/>
                </a:cubicBezTo>
                <a:cubicBezTo>
                  <a:pt x="176" y="309"/>
                  <a:pt x="207" y="341"/>
                  <a:pt x="225" y="408"/>
                </a:cubicBezTo>
                <a:cubicBezTo>
                  <a:pt x="243" y="476"/>
                  <a:pt x="244" y="551"/>
                  <a:pt x="244" y="55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4" name="千图PPT彼岸天：ID 8661124库_任意多边形 43">
            <a:extLst>
              <a:ext uri="{FF2B5EF4-FFF2-40B4-BE49-F238E27FC236}">
                <a16:creationId xmlns:a16="http://schemas.microsoft.com/office/drawing/2014/main" xmlns="" id="{B14BBC03-913E-4395-B3E9-C466055D8E62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5378186" y="1944290"/>
            <a:ext cx="225428" cy="379669"/>
          </a:xfrm>
          <a:custGeom>
            <a:avLst/>
            <a:gdLst>
              <a:gd name="T0" fmla="*/ 30 w 104"/>
              <a:gd name="T1" fmla="*/ 176 h 176"/>
              <a:gd name="T2" fmla="*/ 17 w 104"/>
              <a:gd name="T3" fmla="*/ 133 h 176"/>
              <a:gd name="T4" fmla="*/ 11 w 104"/>
              <a:gd name="T5" fmla="*/ 72 h 176"/>
              <a:gd name="T6" fmla="*/ 14 w 104"/>
              <a:gd name="T7" fmla="*/ 79 h 176"/>
              <a:gd name="T8" fmla="*/ 38 w 104"/>
              <a:gd name="T9" fmla="*/ 33 h 176"/>
              <a:gd name="T10" fmla="*/ 87 w 104"/>
              <a:gd name="T11" fmla="*/ 0 h 176"/>
              <a:gd name="T12" fmla="*/ 82 w 104"/>
              <a:gd name="T13" fmla="*/ 54 h 176"/>
              <a:gd name="T14" fmla="*/ 83 w 104"/>
              <a:gd name="T15" fmla="*/ 135 h 176"/>
              <a:gd name="T16" fmla="*/ 37 w 104"/>
              <a:gd name="T17" fmla="*/ 175 h 176"/>
              <a:gd name="T18" fmla="*/ 56 w 104"/>
              <a:gd name="T19" fmla="*/ 135 h 176"/>
              <a:gd name="T20" fmla="*/ 55 w 104"/>
              <a:gd name="T21" fmla="*/ 99 h 176"/>
              <a:gd name="T22" fmla="*/ 50 w 104"/>
              <a:gd name="T23" fmla="*/ 135 h 176"/>
              <a:gd name="T24" fmla="*/ 30 w 104"/>
              <a:gd name="T25" fmla="*/ 176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4" h="176">
                <a:moveTo>
                  <a:pt x="30" y="176"/>
                </a:moveTo>
                <a:cubicBezTo>
                  <a:pt x="30" y="176"/>
                  <a:pt x="29" y="157"/>
                  <a:pt x="17" y="133"/>
                </a:cubicBezTo>
                <a:cubicBezTo>
                  <a:pt x="0" y="99"/>
                  <a:pt x="11" y="72"/>
                  <a:pt x="11" y="72"/>
                </a:cubicBezTo>
                <a:cubicBezTo>
                  <a:pt x="14" y="79"/>
                  <a:pt x="14" y="79"/>
                  <a:pt x="14" y="79"/>
                </a:cubicBezTo>
                <a:cubicBezTo>
                  <a:pt x="14" y="79"/>
                  <a:pt x="16" y="52"/>
                  <a:pt x="38" y="33"/>
                </a:cubicBezTo>
                <a:cubicBezTo>
                  <a:pt x="59" y="13"/>
                  <a:pt x="87" y="0"/>
                  <a:pt x="87" y="0"/>
                </a:cubicBezTo>
                <a:cubicBezTo>
                  <a:pt x="87" y="0"/>
                  <a:pt x="70" y="20"/>
                  <a:pt x="82" y="54"/>
                </a:cubicBezTo>
                <a:cubicBezTo>
                  <a:pt x="93" y="88"/>
                  <a:pt x="104" y="106"/>
                  <a:pt x="83" y="135"/>
                </a:cubicBezTo>
                <a:cubicBezTo>
                  <a:pt x="63" y="164"/>
                  <a:pt x="37" y="175"/>
                  <a:pt x="37" y="175"/>
                </a:cubicBezTo>
                <a:cubicBezTo>
                  <a:pt x="37" y="175"/>
                  <a:pt x="54" y="148"/>
                  <a:pt x="56" y="135"/>
                </a:cubicBezTo>
                <a:cubicBezTo>
                  <a:pt x="58" y="123"/>
                  <a:pt x="55" y="99"/>
                  <a:pt x="55" y="99"/>
                </a:cubicBezTo>
                <a:cubicBezTo>
                  <a:pt x="55" y="99"/>
                  <a:pt x="58" y="114"/>
                  <a:pt x="50" y="135"/>
                </a:cubicBezTo>
                <a:cubicBezTo>
                  <a:pt x="43" y="157"/>
                  <a:pt x="30" y="176"/>
                  <a:pt x="30" y="176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5" name="千图PPT彼岸天：ID 8661124库_任意多边形 44">
            <a:extLst>
              <a:ext uri="{FF2B5EF4-FFF2-40B4-BE49-F238E27FC236}">
                <a16:creationId xmlns:a16="http://schemas.microsoft.com/office/drawing/2014/main" xmlns="" id="{15A41DC5-72A9-43E3-B94C-BC72674BD9BE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894473" y="2445343"/>
            <a:ext cx="194398" cy="360503"/>
          </a:xfrm>
          <a:custGeom>
            <a:avLst/>
            <a:gdLst>
              <a:gd name="T0" fmla="*/ 51 w 90"/>
              <a:gd name="T1" fmla="*/ 167 h 167"/>
              <a:gd name="T2" fmla="*/ 27 w 90"/>
              <a:gd name="T3" fmla="*/ 137 h 167"/>
              <a:gd name="T4" fmla="*/ 2 w 90"/>
              <a:gd name="T5" fmla="*/ 91 h 167"/>
              <a:gd name="T6" fmla="*/ 7 w 90"/>
              <a:gd name="T7" fmla="*/ 96 h 167"/>
              <a:gd name="T8" fmla="*/ 11 w 90"/>
              <a:gd name="T9" fmla="*/ 48 h 167"/>
              <a:gd name="T10" fmla="*/ 41 w 90"/>
              <a:gd name="T11" fmla="*/ 0 h 167"/>
              <a:gd name="T12" fmla="*/ 54 w 90"/>
              <a:gd name="T13" fmla="*/ 45 h 167"/>
              <a:gd name="T14" fmla="*/ 82 w 90"/>
              <a:gd name="T15" fmla="*/ 110 h 167"/>
              <a:gd name="T16" fmla="*/ 57 w 90"/>
              <a:gd name="T17" fmla="*/ 163 h 167"/>
              <a:gd name="T18" fmla="*/ 60 w 90"/>
              <a:gd name="T19" fmla="*/ 122 h 167"/>
              <a:gd name="T20" fmla="*/ 47 w 90"/>
              <a:gd name="T21" fmla="*/ 94 h 167"/>
              <a:gd name="T22" fmla="*/ 55 w 90"/>
              <a:gd name="T23" fmla="*/ 125 h 167"/>
              <a:gd name="T24" fmla="*/ 51 w 90"/>
              <a:gd name="T25" fmla="*/ 167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0" h="167">
                <a:moveTo>
                  <a:pt x="51" y="167"/>
                </a:moveTo>
                <a:cubicBezTo>
                  <a:pt x="51" y="167"/>
                  <a:pt x="44" y="151"/>
                  <a:pt x="27" y="137"/>
                </a:cubicBezTo>
                <a:cubicBezTo>
                  <a:pt x="2" y="118"/>
                  <a:pt x="2" y="91"/>
                  <a:pt x="2" y="91"/>
                </a:cubicBezTo>
                <a:cubicBezTo>
                  <a:pt x="7" y="96"/>
                  <a:pt x="7" y="96"/>
                  <a:pt x="7" y="96"/>
                </a:cubicBezTo>
                <a:cubicBezTo>
                  <a:pt x="7" y="96"/>
                  <a:pt x="0" y="73"/>
                  <a:pt x="11" y="48"/>
                </a:cubicBezTo>
                <a:cubicBezTo>
                  <a:pt x="23" y="22"/>
                  <a:pt x="41" y="0"/>
                  <a:pt x="41" y="0"/>
                </a:cubicBezTo>
                <a:cubicBezTo>
                  <a:pt x="41" y="0"/>
                  <a:pt x="34" y="23"/>
                  <a:pt x="54" y="45"/>
                </a:cubicBezTo>
                <a:cubicBezTo>
                  <a:pt x="74" y="68"/>
                  <a:pt x="90" y="78"/>
                  <a:pt x="82" y="110"/>
                </a:cubicBezTo>
                <a:cubicBezTo>
                  <a:pt x="75" y="142"/>
                  <a:pt x="57" y="163"/>
                  <a:pt x="57" y="163"/>
                </a:cubicBezTo>
                <a:cubicBezTo>
                  <a:pt x="57" y="163"/>
                  <a:pt x="62" y="134"/>
                  <a:pt x="60" y="122"/>
                </a:cubicBezTo>
                <a:cubicBezTo>
                  <a:pt x="57" y="111"/>
                  <a:pt x="47" y="94"/>
                  <a:pt x="47" y="94"/>
                </a:cubicBezTo>
                <a:cubicBezTo>
                  <a:pt x="47" y="94"/>
                  <a:pt x="54" y="105"/>
                  <a:pt x="55" y="125"/>
                </a:cubicBezTo>
                <a:cubicBezTo>
                  <a:pt x="56" y="145"/>
                  <a:pt x="51" y="167"/>
                  <a:pt x="51" y="16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6" name="千图PPT彼岸天：ID 8661124库_任意多边形 45">
            <a:extLst>
              <a:ext uri="{FF2B5EF4-FFF2-40B4-BE49-F238E27FC236}">
                <a16:creationId xmlns:a16="http://schemas.microsoft.com/office/drawing/2014/main" xmlns="" id="{E7D40225-8E55-4774-A3BA-5A6AD6306E98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6662305" y="2004525"/>
            <a:ext cx="355027" cy="585019"/>
          </a:xfrm>
          <a:custGeom>
            <a:avLst/>
            <a:gdLst>
              <a:gd name="T0" fmla="*/ 109 w 164"/>
              <a:gd name="T1" fmla="*/ 271 h 271"/>
              <a:gd name="T2" fmla="*/ 133 w 164"/>
              <a:gd name="T3" fmla="*/ 212 h 271"/>
              <a:gd name="T4" fmla="*/ 151 w 164"/>
              <a:gd name="T5" fmla="*/ 124 h 271"/>
              <a:gd name="T6" fmla="*/ 145 w 164"/>
              <a:gd name="T7" fmla="*/ 134 h 271"/>
              <a:gd name="T8" fmla="*/ 113 w 164"/>
              <a:gd name="T9" fmla="*/ 60 h 271"/>
              <a:gd name="T10" fmla="*/ 39 w 164"/>
              <a:gd name="T11" fmla="*/ 0 h 271"/>
              <a:gd name="T12" fmla="*/ 41 w 164"/>
              <a:gd name="T13" fmla="*/ 79 h 271"/>
              <a:gd name="T14" fmla="*/ 28 w 164"/>
              <a:gd name="T15" fmla="*/ 198 h 271"/>
              <a:gd name="T16" fmla="*/ 97 w 164"/>
              <a:gd name="T17" fmla="*/ 268 h 271"/>
              <a:gd name="T18" fmla="*/ 72 w 164"/>
              <a:gd name="T19" fmla="*/ 205 h 271"/>
              <a:gd name="T20" fmla="*/ 77 w 164"/>
              <a:gd name="T21" fmla="*/ 153 h 271"/>
              <a:gd name="T22" fmla="*/ 81 w 164"/>
              <a:gd name="T23" fmla="*/ 207 h 271"/>
              <a:gd name="T24" fmla="*/ 109 w 164"/>
              <a:gd name="T25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4" h="271">
                <a:moveTo>
                  <a:pt x="109" y="271"/>
                </a:moveTo>
                <a:cubicBezTo>
                  <a:pt x="109" y="271"/>
                  <a:pt x="112" y="243"/>
                  <a:pt x="133" y="212"/>
                </a:cubicBezTo>
                <a:cubicBezTo>
                  <a:pt x="164" y="166"/>
                  <a:pt x="151" y="124"/>
                  <a:pt x="151" y="124"/>
                </a:cubicBezTo>
                <a:cubicBezTo>
                  <a:pt x="145" y="134"/>
                  <a:pt x="145" y="134"/>
                  <a:pt x="145" y="134"/>
                </a:cubicBezTo>
                <a:cubicBezTo>
                  <a:pt x="145" y="134"/>
                  <a:pt x="145" y="94"/>
                  <a:pt x="113" y="60"/>
                </a:cubicBezTo>
                <a:cubicBezTo>
                  <a:pt x="81" y="25"/>
                  <a:pt x="39" y="0"/>
                  <a:pt x="39" y="0"/>
                </a:cubicBezTo>
                <a:cubicBezTo>
                  <a:pt x="39" y="0"/>
                  <a:pt x="62" y="33"/>
                  <a:pt x="41" y="79"/>
                </a:cubicBezTo>
                <a:cubicBezTo>
                  <a:pt x="20" y="126"/>
                  <a:pt x="0" y="151"/>
                  <a:pt x="28" y="198"/>
                </a:cubicBezTo>
                <a:cubicBezTo>
                  <a:pt x="57" y="245"/>
                  <a:pt x="97" y="268"/>
                  <a:pt x="97" y="268"/>
                </a:cubicBezTo>
                <a:cubicBezTo>
                  <a:pt x="97" y="268"/>
                  <a:pt x="73" y="225"/>
                  <a:pt x="72" y="205"/>
                </a:cubicBezTo>
                <a:cubicBezTo>
                  <a:pt x="70" y="186"/>
                  <a:pt x="77" y="153"/>
                  <a:pt x="77" y="153"/>
                </a:cubicBezTo>
                <a:cubicBezTo>
                  <a:pt x="77" y="153"/>
                  <a:pt x="72" y="174"/>
                  <a:pt x="81" y="207"/>
                </a:cubicBezTo>
                <a:cubicBezTo>
                  <a:pt x="90" y="240"/>
                  <a:pt x="109" y="271"/>
                  <a:pt x="109" y="27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7" name="千图PPT彼岸天：ID 8661124库_任意多边形 46">
            <a:extLst>
              <a:ext uri="{FF2B5EF4-FFF2-40B4-BE49-F238E27FC236}">
                <a16:creationId xmlns:a16="http://schemas.microsoft.com/office/drawing/2014/main" xmlns="" id="{2D452857-C452-42A7-A81B-D04E1A803846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921501" y="3389039"/>
            <a:ext cx="407048" cy="425302"/>
          </a:xfrm>
          <a:custGeom>
            <a:avLst/>
            <a:gdLst>
              <a:gd name="T0" fmla="*/ 4 w 188"/>
              <a:gd name="T1" fmla="*/ 191 h 197"/>
              <a:gd name="T2" fmla="*/ 64 w 188"/>
              <a:gd name="T3" fmla="*/ 188 h 197"/>
              <a:gd name="T4" fmla="*/ 143 w 188"/>
              <a:gd name="T5" fmla="*/ 164 h 197"/>
              <a:gd name="T6" fmla="*/ 132 w 188"/>
              <a:gd name="T7" fmla="*/ 163 h 197"/>
              <a:gd name="T8" fmla="*/ 176 w 188"/>
              <a:gd name="T9" fmla="*/ 98 h 197"/>
              <a:gd name="T10" fmla="*/ 188 w 188"/>
              <a:gd name="T11" fmla="*/ 0 h 197"/>
              <a:gd name="T12" fmla="*/ 125 w 188"/>
              <a:gd name="T13" fmla="*/ 38 h 197"/>
              <a:gd name="T14" fmla="*/ 24 w 188"/>
              <a:gd name="T15" fmla="*/ 80 h 197"/>
              <a:gd name="T16" fmla="*/ 1 w 188"/>
              <a:gd name="T17" fmla="*/ 179 h 197"/>
              <a:gd name="T18" fmla="*/ 39 w 188"/>
              <a:gd name="T19" fmla="*/ 125 h 197"/>
              <a:gd name="T20" fmla="*/ 84 w 188"/>
              <a:gd name="T21" fmla="*/ 107 h 197"/>
              <a:gd name="T22" fmla="*/ 42 w 188"/>
              <a:gd name="T23" fmla="*/ 135 h 197"/>
              <a:gd name="T24" fmla="*/ 4 w 188"/>
              <a:gd name="T25" fmla="*/ 191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88" h="197">
                <a:moveTo>
                  <a:pt x="4" y="191"/>
                </a:moveTo>
                <a:cubicBezTo>
                  <a:pt x="4" y="191"/>
                  <a:pt x="28" y="181"/>
                  <a:pt x="64" y="188"/>
                </a:cubicBezTo>
                <a:cubicBezTo>
                  <a:pt x="115" y="197"/>
                  <a:pt x="143" y="164"/>
                  <a:pt x="143" y="164"/>
                </a:cubicBezTo>
                <a:cubicBezTo>
                  <a:pt x="132" y="163"/>
                  <a:pt x="132" y="163"/>
                  <a:pt x="132" y="163"/>
                </a:cubicBezTo>
                <a:cubicBezTo>
                  <a:pt x="132" y="163"/>
                  <a:pt x="164" y="145"/>
                  <a:pt x="176" y="98"/>
                </a:cubicBezTo>
                <a:cubicBezTo>
                  <a:pt x="188" y="52"/>
                  <a:pt x="188" y="0"/>
                  <a:pt x="188" y="0"/>
                </a:cubicBezTo>
                <a:cubicBezTo>
                  <a:pt x="188" y="0"/>
                  <a:pt x="174" y="37"/>
                  <a:pt x="125" y="38"/>
                </a:cubicBezTo>
                <a:cubicBezTo>
                  <a:pt x="77" y="39"/>
                  <a:pt x="47" y="31"/>
                  <a:pt x="24" y="80"/>
                </a:cubicBezTo>
                <a:cubicBezTo>
                  <a:pt x="0" y="129"/>
                  <a:pt x="1" y="179"/>
                  <a:pt x="1" y="179"/>
                </a:cubicBezTo>
                <a:cubicBezTo>
                  <a:pt x="1" y="179"/>
                  <a:pt x="24" y="136"/>
                  <a:pt x="39" y="125"/>
                </a:cubicBezTo>
                <a:cubicBezTo>
                  <a:pt x="54" y="115"/>
                  <a:pt x="84" y="107"/>
                  <a:pt x="84" y="107"/>
                </a:cubicBezTo>
                <a:cubicBezTo>
                  <a:pt x="84" y="107"/>
                  <a:pt x="64" y="111"/>
                  <a:pt x="42" y="135"/>
                </a:cubicBezTo>
                <a:cubicBezTo>
                  <a:pt x="20" y="159"/>
                  <a:pt x="4" y="191"/>
                  <a:pt x="4" y="1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8" name="千图PPT彼岸天：ID 8661124库_任意多边形 47">
            <a:extLst>
              <a:ext uri="{FF2B5EF4-FFF2-40B4-BE49-F238E27FC236}">
                <a16:creationId xmlns:a16="http://schemas.microsoft.com/office/drawing/2014/main" xmlns="" id="{2DB74707-7637-450B-8769-DF5344818FC0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4825111" y="3096986"/>
            <a:ext cx="799494" cy="706403"/>
          </a:xfrm>
          <a:custGeom>
            <a:avLst/>
            <a:gdLst>
              <a:gd name="T0" fmla="*/ 44 w 370"/>
              <a:gd name="T1" fmla="*/ 0 h 327"/>
              <a:gd name="T2" fmla="*/ 121 w 370"/>
              <a:gd name="T3" fmla="*/ 276 h 327"/>
              <a:gd name="T4" fmla="*/ 189 w 370"/>
              <a:gd name="T5" fmla="*/ 304 h 327"/>
              <a:gd name="T6" fmla="*/ 178 w 370"/>
              <a:gd name="T7" fmla="*/ 311 h 327"/>
              <a:gd name="T8" fmla="*/ 160 w 370"/>
              <a:gd name="T9" fmla="*/ 318 h 327"/>
              <a:gd name="T10" fmla="*/ 257 w 370"/>
              <a:gd name="T11" fmla="*/ 315 h 327"/>
              <a:gd name="T12" fmla="*/ 356 w 370"/>
              <a:gd name="T13" fmla="*/ 277 h 327"/>
              <a:gd name="T14" fmla="*/ 258 w 370"/>
              <a:gd name="T15" fmla="*/ 252 h 327"/>
              <a:gd name="T16" fmla="*/ 163 w 370"/>
              <a:gd name="T17" fmla="*/ 190 h 327"/>
              <a:gd name="T18" fmla="*/ 274 w 370"/>
              <a:gd name="T19" fmla="*/ 241 h 327"/>
              <a:gd name="T20" fmla="*/ 370 w 370"/>
              <a:gd name="T21" fmla="*/ 252 h 327"/>
              <a:gd name="T22" fmla="*/ 357 w 370"/>
              <a:gd name="T23" fmla="*/ 242 h 327"/>
              <a:gd name="T24" fmla="*/ 335 w 370"/>
              <a:gd name="T25" fmla="*/ 212 h 327"/>
              <a:gd name="T26" fmla="*/ 289 w 370"/>
              <a:gd name="T27" fmla="*/ 116 h 327"/>
              <a:gd name="T28" fmla="*/ 197 w 370"/>
              <a:gd name="T29" fmla="*/ 62 h 327"/>
              <a:gd name="T30" fmla="*/ 207 w 370"/>
              <a:gd name="T31" fmla="*/ 75 h 327"/>
              <a:gd name="T32" fmla="*/ 124 w 370"/>
              <a:gd name="T33" fmla="*/ 70 h 327"/>
              <a:gd name="T34" fmla="*/ 44 w 370"/>
              <a:gd name="T35" fmla="*/ 0 h 3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70" h="327">
                <a:moveTo>
                  <a:pt x="44" y="0"/>
                </a:moveTo>
                <a:cubicBezTo>
                  <a:pt x="44" y="0"/>
                  <a:pt x="0" y="194"/>
                  <a:pt x="121" y="276"/>
                </a:cubicBezTo>
                <a:cubicBezTo>
                  <a:pt x="143" y="291"/>
                  <a:pt x="166" y="299"/>
                  <a:pt x="189" y="304"/>
                </a:cubicBezTo>
                <a:cubicBezTo>
                  <a:pt x="185" y="307"/>
                  <a:pt x="182" y="310"/>
                  <a:pt x="178" y="311"/>
                </a:cubicBezTo>
                <a:cubicBezTo>
                  <a:pt x="167" y="316"/>
                  <a:pt x="160" y="318"/>
                  <a:pt x="160" y="318"/>
                </a:cubicBezTo>
                <a:cubicBezTo>
                  <a:pt x="160" y="318"/>
                  <a:pt x="204" y="327"/>
                  <a:pt x="257" y="315"/>
                </a:cubicBezTo>
                <a:cubicBezTo>
                  <a:pt x="309" y="303"/>
                  <a:pt x="356" y="277"/>
                  <a:pt x="356" y="277"/>
                </a:cubicBezTo>
                <a:cubicBezTo>
                  <a:pt x="356" y="277"/>
                  <a:pt x="308" y="271"/>
                  <a:pt x="258" y="252"/>
                </a:cubicBezTo>
                <a:cubicBezTo>
                  <a:pt x="209" y="232"/>
                  <a:pt x="163" y="190"/>
                  <a:pt x="163" y="190"/>
                </a:cubicBezTo>
                <a:cubicBezTo>
                  <a:pt x="163" y="190"/>
                  <a:pt x="225" y="229"/>
                  <a:pt x="274" y="241"/>
                </a:cubicBezTo>
                <a:cubicBezTo>
                  <a:pt x="322" y="254"/>
                  <a:pt x="370" y="252"/>
                  <a:pt x="370" y="252"/>
                </a:cubicBezTo>
                <a:cubicBezTo>
                  <a:pt x="357" y="242"/>
                  <a:pt x="357" y="242"/>
                  <a:pt x="357" y="242"/>
                </a:cubicBezTo>
                <a:cubicBezTo>
                  <a:pt x="350" y="235"/>
                  <a:pt x="342" y="226"/>
                  <a:pt x="335" y="212"/>
                </a:cubicBezTo>
                <a:cubicBezTo>
                  <a:pt x="321" y="186"/>
                  <a:pt x="310" y="140"/>
                  <a:pt x="289" y="116"/>
                </a:cubicBezTo>
                <a:cubicBezTo>
                  <a:pt x="261" y="84"/>
                  <a:pt x="229" y="70"/>
                  <a:pt x="197" y="62"/>
                </a:cubicBezTo>
                <a:cubicBezTo>
                  <a:pt x="201" y="66"/>
                  <a:pt x="204" y="70"/>
                  <a:pt x="207" y="75"/>
                </a:cubicBezTo>
                <a:cubicBezTo>
                  <a:pt x="178" y="71"/>
                  <a:pt x="149" y="74"/>
                  <a:pt x="124" y="70"/>
                </a:cubicBezTo>
                <a:cubicBezTo>
                  <a:pt x="60" y="60"/>
                  <a:pt x="44" y="0"/>
                  <a:pt x="4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9" name="千图PPT彼岸天：ID 8661124库_任意多边形 48">
            <a:extLst>
              <a:ext uri="{FF2B5EF4-FFF2-40B4-BE49-F238E27FC236}">
                <a16:creationId xmlns:a16="http://schemas.microsoft.com/office/drawing/2014/main" xmlns="" id="{10957916-4250-4FD5-88F3-D451C8F123D7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4822373" y="2728269"/>
            <a:ext cx="369629" cy="459983"/>
          </a:xfrm>
          <a:custGeom>
            <a:avLst/>
            <a:gdLst>
              <a:gd name="T0" fmla="*/ 135 w 171"/>
              <a:gd name="T1" fmla="*/ 213 h 213"/>
              <a:gd name="T2" fmla="*/ 102 w 171"/>
              <a:gd name="T3" fmla="*/ 198 h 213"/>
              <a:gd name="T4" fmla="*/ 19 w 171"/>
              <a:gd name="T5" fmla="*/ 135 h 213"/>
              <a:gd name="T6" fmla="*/ 31 w 171"/>
              <a:gd name="T7" fmla="*/ 0 h 213"/>
              <a:gd name="T8" fmla="*/ 68 w 171"/>
              <a:gd name="T9" fmla="*/ 47 h 213"/>
              <a:gd name="T10" fmla="*/ 138 w 171"/>
              <a:gd name="T11" fmla="*/ 89 h 213"/>
              <a:gd name="T12" fmla="*/ 144 w 171"/>
              <a:gd name="T13" fmla="*/ 207 h 213"/>
              <a:gd name="T14" fmla="*/ 113 w 171"/>
              <a:gd name="T15" fmla="*/ 143 h 213"/>
              <a:gd name="T16" fmla="*/ 72 w 171"/>
              <a:gd name="T17" fmla="*/ 115 h 213"/>
              <a:gd name="T18" fmla="*/ 118 w 171"/>
              <a:gd name="T19" fmla="*/ 162 h 213"/>
              <a:gd name="T20" fmla="*/ 135 w 171"/>
              <a:gd name="T21" fmla="*/ 213 h 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1" h="213">
                <a:moveTo>
                  <a:pt x="135" y="213"/>
                </a:moveTo>
                <a:cubicBezTo>
                  <a:pt x="135" y="213"/>
                  <a:pt x="124" y="207"/>
                  <a:pt x="102" y="198"/>
                </a:cubicBezTo>
                <a:cubicBezTo>
                  <a:pt x="80" y="189"/>
                  <a:pt x="34" y="178"/>
                  <a:pt x="19" y="135"/>
                </a:cubicBezTo>
                <a:cubicBezTo>
                  <a:pt x="0" y="80"/>
                  <a:pt x="31" y="0"/>
                  <a:pt x="31" y="0"/>
                </a:cubicBezTo>
                <a:cubicBezTo>
                  <a:pt x="31" y="0"/>
                  <a:pt x="35" y="33"/>
                  <a:pt x="68" y="47"/>
                </a:cubicBezTo>
                <a:cubicBezTo>
                  <a:pt x="101" y="60"/>
                  <a:pt x="112" y="58"/>
                  <a:pt x="138" y="89"/>
                </a:cubicBezTo>
                <a:cubicBezTo>
                  <a:pt x="171" y="128"/>
                  <a:pt x="144" y="207"/>
                  <a:pt x="144" y="207"/>
                </a:cubicBezTo>
                <a:cubicBezTo>
                  <a:pt x="144" y="207"/>
                  <a:pt x="134" y="165"/>
                  <a:pt x="113" y="143"/>
                </a:cubicBezTo>
                <a:cubicBezTo>
                  <a:pt x="92" y="120"/>
                  <a:pt x="72" y="115"/>
                  <a:pt x="72" y="115"/>
                </a:cubicBezTo>
                <a:cubicBezTo>
                  <a:pt x="72" y="115"/>
                  <a:pt x="104" y="129"/>
                  <a:pt x="118" y="162"/>
                </a:cubicBezTo>
                <a:cubicBezTo>
                  <a:pt x="133" y="194"/>
                  <a:pt x="135" y="213"/>
                  <a:pt x="135" y="21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0" name="千图PPT彼岸天：ID 8661124库_任意多边形 49">
            <a:extLst>
              <a:ext uri="{FF2B5EF4-FFF2-40B4-BE49-F238E27FC236}">
                <a16:creationId xmlns:a16="http://schemas.microsoft.com/office/drawing/2014/main" xmlns="" id="{E5740517-DD56-4691-9C7D-E6903111FA6B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5196565" y="3827118"/>
            <a:ext cx="636127" cy="425302"/>
          </a:xfrm>
          <a:custGeom>
            <a:avLst/>
            <a:gdLst>
              <a:gd name="T0" fmla="*/ 289 w 294"/>
              <a:gd name="T1" fmla="*/ 154 h 197"/>
              <a:gd name="T2" fmla="*/ 240 w 294"/>
              <a:gd name="T3" fmla="*/ 164 h 197"/>
              <a:gd name="T4" fmla="*/ 97 w 294"/>
              <a:gd name="T5" fmla="*/ 162 h 197"/>
              <a:gd name="T6" fmla="*/ 0 w 294"/>
              <a:gd name="T7" fmla="*/ 2 h 197"/>
              <a:gd name="T8" fmla="*/ 79 w 294"/>
              <a:gd name="T9" fmla="*/ 24 h 197"/>
              <a:gd name="T10" fmla="*/ 192 w 294"/>
              <a:gd name="T11" fmla="*/ 14 h 197"/>
              <a:gd name="T12" fmla="*/ 294 w 294"/>
              <a:gd name="T13" fmla="*/ 140 h 197"/>
              <a:gd name="T14" fmla="*/ 207 w 294"/>
              <a:gd name="T15" fmla="*/ 93 h 197"/>
              <a:gd name="T16" fmla="*/ 138 w 294"/>
              <a:gd name="T17" fmla="*/ 96 h 197"/>
              <a:gd name="T18" fmla="*/ 229 w 294"/>
              <a:gd name="T19" fmla="*/ 110 h 197"/>
              <a:gd name="T20" fmla="*/ 289 w 294"/>
              <a:gd name="T21" fmla="*/ 154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94" h="197">
                <a:moveTo>
                  <a:pt x="289" y="154"/>
                </a:moveTo>
                <a:cubicBezTo>
                  <a:pt x="289" y="154"/>
                  <a:pt x="272" y="156"/>
                  <a:pt x="240" y="164"/>
                </a:cubicBezTo>
                <a:cubicBezTo>
                  <a:pt x="208" y="173"/>
                  <a:pt x="149" y="197"/>
                  <a:pt x="97" y="162"/>
                </a:cubicBezTo>
                <a:cubicBezTo>
                  <a:pt x="30" y="116"/>
                  <a:pt x="0" y="2"/>
                  <a:pt x="0" y="2"/>
                </a:cubicBezTo>
                <a:cubicBezTo>
                  <a:pt x="0" y="2"/>
                  <a:pt x="31" y="35"/>
                  <a:pt x="79" y="24"/>
                </a:cubicBezTo>
                <a:cubicBezTo>
                  <a:pt x="127" y="12"/>
                  <a:pt x="137" y="0"/>
                  <a:pt x="192" y="14"/>
                </a:cubicBezTo>
                <a:cubicBezTo>
                  <a:pt x="259" y="30"/>
                  <a:pt x="294" y="140"/>
                  <a:pt x="294" y="140"/>
                </a:cubicBezTo>
                <a:cubicBezTo>
                  <a:pt x="294" y="140"/>
                  <a:pt x="249" y="102"/>
                  <a:pt x="207" y="93"/>
                </a:cubicBezTo>
                <a:cubicBezTo>
                  <a:pt x="166" y="85"/>
                  <a:pt x="138" y="96"/>
                  <a:pt x="138" y="96"/>
                </a:cubicBezTo>
                <a:cubicBezTo>
                  <a:pt x="138" y="96"/>
                  <a:pt x="187" y="86"/>
                  <a:pt x="229" y="110"/>
                </a:cubicBezTo>
                <a:cubicBezTo>
                  <a:pt x="271" y="134"/>
                  <a:pt x="289" y="154"/>
                  <a:pt x="289" y="15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1" name="千图PPT彼岸天：ID 8661124库_任意多边形 50">
            <a:extLst>
              <a:ext uri="{FF2B5EF4-FFF2-40B4-BE49-F238E27FC236}">
                <a16:creationId xmlns:a16="http://schemas.microsoft.com/office/drawing/2014/main" xmlns="" id="{9DA75E5B-CF0B-40EB-9E53-16EAA9C855F9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6329182" y="3790612"/>
            <a:ext cx="281101" cy="475499"/>
          </a:xfrm>
          <a:custGeom>
            <a:avLst/>
            <a:gdLst>
              <a:gd name="T0" fmla="*/ 91 w 130"/>
              <a:gd name="T1" fmla="*/ 53 h 220"/>
              <a:gd name="T2" fmla="*/ 92 w 130"/>
              <a:gd name="T3" fmla="*/ 69 h 220"/>
              <a:gd name="T4" fmla="*/ 80 w 130"/>
              <a:gd name="T5" fmla="*/ 53 h 220"/>
              <a:gd name="T6" fmla="*/ 71 w 130"/>
              <a:gd name="T7" fmla="*/ 0 h 220"/>
              <a:gd name="T8" fmla="*/ 12 w 130"/>
              <a:gd name="T9" fmla="*/ 66 h 220"/>
              <a:gd name="T10" fmla="*/ 7 w 130"/>
              <a:gd name="T11" fmla="*/ 121 h 220"/>
              <a:gd name="T12" fmla="*/ 0 w 130"/>
              <a:gd name="T13" fmla="*/ 115 h 220"/>
              <a:gd name="T14" fmla="*/ 35 w 130"/>
              <a:gd name="T15" fmla="*/ 173 h 220"/>
              <a:gd name="T16" fmla="*/ 71 w 130"/>
              <a:gd name="T17" fmla="*/ 220 h 220"/>
              <a:gd name="T18" fmla="*/ 72 w 130"/>
              <a:gd name="T19" fmla="*/ 219 h 220"/>
              <a:gd name="T20" fmla="*/ 82 w 130"/>
              <a:gd name="T21" fmla="*/ 187 h 220"/>
              <a:gd name="T22" fmla="*/ 70 w 130"/>
              <a:gd name="T23" fmla="*/ 107 h 220"/>
              <a:gd name="T24" fmla="*/ 93 w 130"/>
              <a:gd name="T25" fmla="*/ 164 h 220"/>
              <a:gd name="T26" fmla="*/ 91 w 130"/>
              <a:gd name="T27" fmla="*/ 205 h 220"/>
              <a:gd name="T28" fmla="*/ 119 w 130"/>
              <a:gd name="T29" fmla="*/ 158 h 220"/>
              <a:gd name="T30" fmla="*/ 120 w 130"/>
              <a:gd name="T31" fmla="*/ 152 h 220"/>
              <a:gd name="T32" fmla="*/ 91 w 130"/>
              <a:gd name="T33" fmla="*/ 53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0" h="220">
                <a:moveTo>
                  <a:pt x="91" y="53"/>
                </a:moveTo>
                <a:cubicBezTo>
                  <a:pt x="92" y="69"/>
                  <a:pt x="92" y="69"/>
                  <a:pt x="92" y="69"/>
                </a:cubicBezTo>
                <a:cubicBezTo>
                  <a:pt x="88" y="63"/>
                  <a:pt x="83" y="58"/>
                  <a:pt x="80" y="53"/>
                </a:cubicBezTo>
                <a:cubicBezTo>
                  <a:pt x="64" y="32"/>
                  <a:pt x="71" y="0"/>
                  <a:pt x="71" y="0"/>
                </a:cubicBezTo>
                <a:cubicBezTo>
                  <a:pt x="71" y="0"/>
                  <a:pt x="27" y="22"/>
                  <a:pt x="12" y="66"/>
                </a:cubicBezTo>
                <a:cubicBezTo>
                  <a:pt x="5" y="85"/>
                  <a:pt x="4" y="104"/>
                  <a:pt x="7" y="121"/>
                </a:cubicBezTo>
                <a:cubicBezTo>
                  <a:pt x="5" y="119"/>
                  <a:pt x="2" y="117"/>
                  <a:pt x="0" y="115"/>
                </a:cubicBezTo>
                <a:cubicBezTo>
                  <a:pt x="2" y="140"/>
                  <a:pt x="18" y="159"/>
                  <a:pt x="35" y="173"/>
                </a:cubicBezTo>
                <a:cubicBezTo>
                  <a:pt x="64" y="198"/>
                  <a:pt x="71" y="220"/>
                  <a:pt x="71" y="220"/>
                </a:cubicBezTo>
                <a:cubicBezTo>
                  <a:pt x="71" y="220"/>
                  <a:pt x="72" y="219"/>
                  <a:pt x="72" y="219"/>
                </a:cubicBezTo>
                <a:cubicBezTo>
                  <a:pt x="76" y="211"/>
                  <a:pt x="79" y="200"/>
                  <a:pt x="82" y="187"/>
                </a:cubicBezTo>
                <a:cubicBezTo>
                  <a:pt x="92" y="144"/>
                  <a:pt x="70" y="107"/>
                  <a:pt x="70" y="107"/>
                </a:cubicBezTo>
                <a:cubicBezTo>
                  <a:pt x="70" y="107"/>
                  <a:pt x="87" y="131"/>
                  <a:pt x="93" y="164"/>
                </a:cubicBezTo>
                <a:cubicBezTo>
                  <a:pt x="95" y="176"/>
                  <a:pt x="93" y="191"/>
                  <a:pt x="91" y="205"/>
                </a:cubicBezTo>
                <a:cubicBezTo>
                  <a:pt x="101" y="195"/>
                  <a:pt x="113" y="180"/>
                  <a:pt x="119" y="158"/>
                </a:cubicBezTo>
                <a:cubicBezTo>
                  <a:pt x="119" y="156"/>
                  <a:pt x="120" y="154"/>
                  <a:pt x="120" y="152"/>
                </a:cubicBezTo>
                <a:cubicBezTo>
                  <a:pt x="130" y="110"/>
                  <a:pt x="107" y="73"/>
                  <a:pt x="91" y="5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2" name="千图PPT彼岸天：ID 8661124库_任意多边形 51">
            <a:extLst>
              <a:ext uri="{FF2B5EF4-FFF2-40B4-BE49-F238E27FC236}">
                <a16:creationId xmlns:a16="http://schemas.microsoft.com/office/drawing/2014/main" xmlns="" id="{7612C511-FA10-4B7D-866F-A0296991326E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6061772" y="1855761"/>
            <a:ext cx="185271" cy="336774"/>
          </a:xfrm>
          <a:custGeom>
            <a:avLst/>
            <a:gdLst>
              <a:gd name="T0" fmla="*/ 28 w 86"/>
              <a:gd name="T1" fmla="*/ 37 h 156"/>
              <a:gd name="T2" fmla="*/ 27 w 86"/>
              <a:gd name="T3" fmla="*/ 48 h 156"/>
              <a:gd name="T4" fmla="*/ 35 w 86"/>
              <a:gd name="T5" fmla="*/ 37 h 156"/>
              <a:gd name="T6" fmla="*/ 43 w 86"/>
              <a:gd name="T7" fmla="*/ 0 h 156"/>
              <a:gd name="T8" fmla="*/ 80 w 86"/>
              <a:gd name="T9" fmla="*/ 49 h 156"/>
              <a:gd name="T10" fmla="*/ 82 w 86"/>
              <a:gd name="T11" fmla="*/ 88 h 156"/>
              <a:gd name="T12" fmla="*/ 86 w 86"/>
              <a:gd name="T13" fmla="*/ 84 h 156"/>
              <a:gd name="T14" fmla="*/ 61 w 86"/>
              <a:gd name="T15" fmla="*/ 124 h 156"/>
              <a:gd name="T16" fmla="*/ 35 w 86"/>
              <a:gd name="T17" fmla="*/ 156 h 156"/>
              <a:gd name="T18" fmla="*/ 35 w 86"/>
              <a:gd name="T19" fmla="*/ 156 h 156"/>
              <a:gd name="T20" fmla="*/ 29 w 86"/>
              <a:gd name="T21" fmla="*/ 133 h 156"/>
              <a:gd name="T22" fmla="*/ 40 w 86"/>
              <a:gd name="T23" fmla="*/ 76 h 156"/>
              <a:gd name="T24" fmla="*/ 23 w 86"/>
              <a:gd name="T25" fmla="*/ 115 h 156"/>
              <a:gd name="T26" fmla="*/ 23 w 86"/>
              <a:gd name="T27" fmla="*/ 145 h 156"/>
              <a:gd name="T28" fmla="*/ 6 w 86"/>
              <a:gd name="T29" fmla="*/ 111 h 156"/>
              <a:gd name="T30" fmla="*/ 5 w 86"/>
              <a:gd name="T31" fmla="*/ 106 h 156"/>
              <a:gd name="T32" fmla="*/ 28 w 86"/>
              <a:gd name="T33" fmla="*/ 37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86" h="156">
                <a:moveTo>
                  <a:pt x="28" y="37"/>
                </a:moveTo>
                <a:cubicBezTo>
                  <a:pt x="27" y="48"/>
                  <a:pt x="27" y="48"/>
                  <a:pt x="27" y="48"/>
                </a:cubicBezTo>
                <a:cubicBezTo>
                  <a:pt x="30" y="44"/>
                  <a:pt x="33" y="40"/>
                  <a:pt x="35" y="37"/>
                </a:cubicBezTo>
                <a:cubicBezTo>
                  <a:pt x="47" y="23"/>
                  <a:pt x="43" y="0"/>
                  <a:pt x="43" y="0"/>
                </a:cubicBezTo>
                <a:cubicBezTo>
                  <a:pt x="43" y="0"/>
                  <a:pt x="71" y="17"/>
                  <a:pt x="80" y="49"/>
                </a:cubicBezTo>
                <a:cubicBezTo>
                  <a:pt x="84" y="63"/>
                  <a:pt x="84" y="76"/>
                  <a:pt x="82" y="88"/>
                </a:cubicBezTo>
                <a:cubicBezTo>
                  <a:pt x="83" y="87"/>
                  <a:pt x="85" y="85"/>
                  <a:pt x="86" y="84"/>
                </a:cubicBezTo>
                <a:cubicBezTo>
                  <a:pt x="84" y="101"/>
                  <a:pt x="73" y="114"/>
                  <a:pt x="61" y="124"/>
                </a:cubicBezTo>
                <a:cubicBezTo>
                  <a:pt x="41" y="141"/>
                  <a:pt x="35" y="156"/>
                  <a:pt x="35" y="156"/>
                </a:cubicBezTo>
                <a:cubicBezTo>
                  <a:pt x="35" y="156"/>
                  <a:pt x="35" y="156"/>
                  <a:pt x="35" y="156"/>
                </a:cubicBezTo>
                <a:cubicBezTo>
                  <a:pt x="33" y="150"/>
                  <a:pt x="31" y="142"/>
                  <a:pt x="29" y="133"/>
                </a:cubicBezTo>
                <a:cubicBezTo>
                  <a:pt x="24" y="102"/>
                  <a:pt x="40" y="76"/>
                  <a:pt x="40" y="76"/>
                </a:cubicBezTo>
                <a:cubicBezTo>
                  <a:pt x="40" y="76"/>
                  <a:pt x="28" y="93"/>
                  <a:pt x="23" y="115"/>
                </a:cubicBezTo>
                <a:cubicBezTo>
                  <a:pt x="21" y="124"/>
                  <a:pt x="22" y="135"/>
                  <a:pt x="23" y="145"/>
                </a:cubicBezTo>
                <a:cubicBezTo>
                  <a:pt x="16" y="138"/>
                  <a:pt x="9" y="126"/>
                  <a:pt x="6" y="111"/>
                </a:cubicBezTo>
                <a:cubicBezTo>
                  <a:pt x="5" y="109"/>
                  <a:pt x="5" y="108"/>
                  <a:pt x="5" y="106"/>
                </a:cubicBezTo>
                <a:cubicBezTo>
                  <a:pt x="0" y="76"/>
                  <a:pt x="17" y="51"/>
                  <a:pt x="28" y="3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3" name="千图PPT彼岸天：ID 8661124库_任意多边形 52">
            <a:extLst>
              <a:ext uri="{FF2B5EF4-FFF2-40B4-BE49-F238E27FC236}">
                <a16:creationId xmlns:a16="http://schemas.microsoft.com/office/drawing/2014/main" xmlns="" id="{D90208D0-EC1C-49D9-A319-999579CC0FAC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5700356" y="2898937"/>
            <a:ext cx="272887" cy="522045"/>
          </a:xfrm>
          <a:custGeom>
            <a:avLst/>
            <a:gdLst>
              <a:gd name="T0" fmla="*/ 44 w 126"/>
              <a:gd name="T1" fmla="*/ 57 h 242"/>
              <a:gd name="T2" fmla="*/ 41 w 126"/>
              <a:gd name="T3" fmla="*/ 74 h 242"/>
              <a:gd name="T4" fmla="*/ 55 w 126"/>
              <a:gd name="T5" fmla="*/ 58 h 242"/>
              <a:gd name="T6" fmla="*/ 69 w 126"/>
              <a:gd name="T7" fmla="*/ 0 h 242"/>
              <a:gd name="T8" fmla="*/ 120 w 126"/>
              <a:gd name="T9" fmla="*/ 75 h 242"/>
              <a:gd name="T10" fmla="*/ 120 w 126"/>
              <a:gd name="T11" fmla="*/ 135 h 242"/>
              <a:gd name="T12" fmla="*/ 126 w 126"/>
              <a:gd name="T13" fmla="*/ 130 h 242"/>
              <a:gd name="T14" fmla="*/ 87 w 126"/>
              <a:gd name="T15" fmla="*/ 192 h 242"/>
              <a:gd name="T16" fmla="*/ 46 w 126"/>
              <a:gd name="T17" fmla="*/ 242 h 242"/>
              <a:gd name="T18" fmla="*/ 45 w 126"/>
              <a:gd name="T19" fmla="*/ 241 h 242"/>
              <a:gd name="T20" fmla="*/ 39 w 126"/>
              <a:gd name="T21" fmla="*/ 206 h 242"/>
              <a:gd name="T22" fmla="*/ 59 w 126"/>
              <a:gd name="T23" fmla="*/ 117 h 242"/>
              <a:gd name="T24" fmla="*/ 31 w 126"/>
              <a:gd name="T25" fmla="*/ 179 h 242"/>
              <a:gd name="T26" fmla="*/ 28 w 126"/>
              <a:gd name="T27" fmla="*/ 225 h 242"/>
              <a:gd name="T28" fmla="*/ 6 w 126"/>
              <a:gd name="T29" fmla="*/ 172 h 242"/>
              <a:gd name="T30" fmla="*/ 5 w 126"/>
              <a:gd name="T31" fmla="*/ 165 h 242"/>
              <a:gd name="T32" fmla="*/ 44 w 126"/>
              <a:gd name="T33" fmla="*/ 57 h 2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5" h="241">
                <a:moveTo>
                  <a:pt x="44" y="57"/>
                </a:moveTo>
                <a:cubicBezTo>
                  <a:pt x="41" y="74"/>
                  <a:pt x="41" y="74"/>
                  <a:pt x="41" y="74"/>
                </a:cubicBezTo>
                <a:cubicBezTo>
                  <a:pt x="47" y="68"/>
                  <a:pt x="51" y="62"/>
                  <a:pt x="55" y="58"/>
                </a:cubicBezTo>
                <a:cubicBezTo>
                  <a:pt x="73" y="36"/>
                  <a:pt x="69" y="0"/>
                  <a:pt x="69" y="0"/>
                </a:cubicBezTo>
                <a:cubicBezTo>
                  <a:pt x="69" y="0"/>
                  <a:pt x="110" y="26"/>
                  <a:pt x="120" y="75"/>
                </a:cubicBezTo>
                <a:cubicBezTo>
                  <a:pt x="125" y="97"/>
                  <a:pt x="124" y="117"/>
                  <a:pt x="120" y="135"/>
                </a:cubicBezTo>
                <a:cubicBezTo>
                  <a:pt x="122" y="134"/>
                  <a:pt x="124" y="132"/>
                  <a:pt x="126" y="130"/>
                </a:cubicBezTo>
                <a:cubicBezTo>
                  <a:pt x="122" y="157"/>
                  <a:pt x="104" y="177"/>
                  <a:pt x="87" y="192"/>
                </a:cubicBezTo>
                <a:cubicBezTo>
                  <a:pt x="55" y="218"/>
                  <a:pt x="46" y="242"/>
                  <a:pt x="46" y="242"/>
                </a:cubicBezTo>
                <a:cubicBezTo>
                  <a:pt x="46" y="242"/>
                  <a:pt x="45" y="241"/>
                  <a:pt x="45" y="241"/>
                </a:cubicBezTo>
                <a:cubicBezTo>
                  <a:pt x="42" y="232"/>
                  <a:pt x="40" y="220"/>
                  <a:pt x="39" y="206"/>
                </a:cubicBezTo>
                <a:cubicBezTo>
                  <a:pt x="33" y="158"/>
                  <a:pt x="59" y="117"/>
                  <a:pt x="59" y="117"/>
                </a:cubicBezTo>
                <a:cubicBezTo>
                  <a:pt x="59" y="117"/>
                  <a:pt x="39" y="144"/>
                  <a:pt x="31" y="179"/>
                </a:cubicBezTo>
                <a:cubicBezTo>
                  <a:pt x="27" y="192"/>
                  <a:pt x="27" y="209"/>
                  <a:pt x="28" y="225"/>
                </a:cubicBezTo>
                <a:cubicBezTo>
                  <a:pt x="19" y="213"/>
                  <a:pt x="10" y="196"/>
                  <a:pt x="6" y="172"/>
                </a:cubicBezTo>
                <a:cubicBezTo>
                  <a:pt x="5" y="169"/>
                  <a:pt x="5" y="167"/>
                  <a:pt x="5" y="165"/>
                </a:cubicBezTo>
                <a:cubicBezTo>
                  <a:pt x="0" y="118"/>
                  <a:pt x="27" y="78"/>
                  <a:pt x="44" y="5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4" name="千图PPT彼岸天：ID 8661124库_任意多边形 53">
            <a:extLst>
              <a:ext uri="{FF2B5EF4-FFF2-40B4-BE49-F238E27FC236}">
                <a16:creationId xmlns:a16="http://schemas.microsoft.com/office/drawing/2014/main" xmlns="" id="{4986F7D8-9856-4BA7-8530-771FA7A78662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6671432" y="3839896"/>
            <a:ext cx="336773" cy="445380"/>
          </a:xfrm>
          <a:custGeom>
            <a:avLst/>
            <a:gdLst>
              <a:gd name="T0" fmla="*/ 86 w 156"/>
              <a:gd name="T1" fmla="*/ 41 h 206"/>
              <a:gd name="T2" fmla="*/ 77 w 156"/>
              <a:gd name="T3" fmla="*/ 56 h 206"/>
              <a:gd name="T4" fmla="*/ 95 w 156"/>
              <a:gd name="T5" fmla="*/ 46 h 206"/>
              <a:gd name="T6" fmla="*/ 131 w 156"/>
              <a:gd name="T7" fmla="*/ 0 h 206"/>
              <a:gd name="T8" fmla="*/ 146 w 156"/>
              <a:gd name="T9" fmla="*/ 87 h 206"/>
              <a:gd name="T10" fmla="*/ 122 w 156"/>
              <a:gd name="T11" fmla="*/ 141 h 206"/>
              <a:gd name="T12" fmla="*/ 130 w 156"/>
              <a:gd name="T13" fmla="*/ 138 h 206"/>
              <a:gd name="T14" fmla="*/ 70 w 156"/>
              <a:gd name="T15" fmla="*/ 178 h 206"/>
              <a:gd name="T16" fmla="*/ 14 w 156"/>
              <a:gd name="T17" fmla="*/ 206 h 206"/>
              <a:gd name="T18" fmla="*/ 14 w 156"/>
              <a:gd name="T19" fmla="*/ 205 h 206"/>
              <a:gd name="T20" fmla="*/ 22 w 156"/>
              <a:gd name="T21" fmla="*/ 171 h 206"/>
              <a:gd name="T22" fmla="*/ 75 w 156"/>
              <a:gd name="T23" fmla="*/ 101 h 206"/>
              <a:gd name="T24" fmla="*/ 26 w 156"/>
              <a:gd name="T25" fmla="*/ 144 h 206"/>
              <a:gd name="T26" fmla="*/ 5 w 156"/>
              <a:gd name="T27" fmla="*/ 184 h 206"/>
              <a:gd name="T28" fmla="*/ 6 w 156"/>
              <a:gd name="T29" fmla="*/ 128 h 206"/>
              <a:gd name="T30" fmla="*/ 8 w 156"/>
              <a:gd name="T31" fmla="*/ 122 h 206"/>
              <a:gd name="T32" fmla="*/ 86 w 156"/>
              <a:gd name="T33" fmla="*/ 41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" h="206">
                <a:moveTo>
                  <a:pt x="86" y="41"/>
                </a:moveTo>
                <a:cubicBezTo>
                  <a:pt x="77" y="56"/>
                  <a:pt x="77" y="56"/>
                  <a:pt x="77" y="56"/>
                </a:cubicBezTo>
                <a:cubicBezTo>
                  <a:pt x="84" y="52"/>
                  <a:pt x="90" y="49"/>
                  <a:pt x="95" y="46"/>
                </a:cubicBezTo>
                <a:cubicBezTo>
                  <a:pt x="120" y="34"/>
                  <a:pt x="131" y="0"/>
                  <a:pt x="131" y="0"/>
                </a:cubicBezTo>
                <a:cubicBezTo>
                  <a:pt x="131" y="0"/>
                  <a:pt x="156" y="40"/>
                  <a:pt x="146" y="87"/>
                </a:cubicBezTo>
                <a:cubicBezTo>
                  <a:pt x="142" y="108"/>
                  <a:pt x="133" y="126"/>
                  <a:pt x="122" y="141"/>
                </a:cubicBezTo>
                <a:cubicBezTo>
                  <a:pt x="124" y="140"/>
                  <a:pt x="127" y="139"/>
                  <a:pt x="130" y="138"/>
                </a:cubicBezTo>
                <a:cubicBezTo>
                  <a:pt x="115" y="160"/>
                  <a:pt x="91" y="171"/>
                  <a:pt x="70" y="178"/>
                </a:cubicBezTo>
                <a:cubicBezTo>
                  <a:pt x="32" y="189"/>
                  <a:pt x="14" y="206"/>
                  <a:pt x="14" y="206"/>
                </a:cubicBezTo>
                <a:cubicBezTo>
                  <a:pt x="14" y="206"/>
                  <a:pt x="14" y="205"/>
                  <a:pt x="14" y="205"/>
                </a:cubicBezTo>
                <a:cubicBezTo>
                  <a:pt x="15" y="196"/>
                  <a:pt x="18" y="184"/>
                  <a:pt x="22" y="171"/>
                </a:cubicBezTo>
                <a:cubicBezTo>
                  <a:pt x="36" y="126"/>
                  <a:pt x="75" y="101"/>
                  <a:pt x="75" y="101"/>
                </a:cubicBezTo>
                <a:cubicBezTo>
                  <a:pt x="75" y="101"/>
                  <a:pt x="47" y="116"/>
                  <a:pt x="26" y="144"/>
                </a:cubicBezTo>
                <a:cubicBezTo>
                  <a:pt x="18" y="155"/>
                  <a:pt x="11" y="169"/>
                  <a:pt x="5" y="184"/>
                </a:cubicBezTo>
                <a:cubicBezTo>
                  <a:pt x="2" y="170"/>
                  <a:pt x="0" y="151"/>
                  <a:pt x="6" y="128"/>
                </a:cubicBezTo>
                <a:cubicBezTo>
                  <a:pt x="7" y="126"/>
                  <a:pt x="8" y="124"/>
                  <a:pt x="8" y="122"/>
                </a:cubicBezTo>
                <a:cubicBezTo>
                  <a:pt x="23" y="78"/>
                  <a:pt x="62" y="53"/>
                  <a:pt x="86" y="4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5" name="千图PPT彼岸天：ID 8661124库_任意多边形 54">
            <a:extLst>
              <a:ext uri="{FF2B5EF4-FFF2-40B4-BE49-F238E27FC236}">
                <a16:creationId xmlns:a16="http://schemas.microsoft.com/office/drawing/2014/main" xmlns="" id="{4E8FA575-ADA6-403D-B7D1-5C689FB148F4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7099471" y="3073257"/>
            <a:ext cx="252808" cy="326734"/>
          </a:xfrm>
          <a:custGeom>
            <a:avLst/>
            <a:gdLst>
              <a:gd name="T0" fmla="*/ 61 w 117"/>
              <a:gd name="T1" fmla="*/ 29 h 151"/>
              <a:gd name="T2" fmla="*/ 55 w 117"/>
              <a:gd name="T3" fmla="*/ 40 h 151"/>
              <a:gd name="T4" fmla="*/ 69 w 117"/>
              <a:gd name="T5" fmla="*/ 33 h 151"/>
              <a:gd name="T6" fmla="*/ 95 w 117"/>
              <a:gd name="T7" fmla="*/ 0 h 151"/>
              <a:gd name="T8" fmla="*/ 111 w 117"/>
              <a:gd name="T9" fmla="*/ 67 h 151"/>
              <a:gd name="T10" fmla="*/ 95 w 117"/>
              <a:gd name="T11" fmla="*/ 107 h 151"/>
              <a:gd name="T12" fmla="*/ 101 w 117"/>
              <a:gd name="T13" fmla="*/ 105 h 151"/>
              <a:gd name="T14" fmla="*/ 56 w 117"/>
              <a:gd name="T15" fmla="*/ 132 h 151"/>
              <a:gd name="T16" fmla="*/ 14 w 117"/>
              <a:gd name="T17" fmla="*/ 151 h 151"/>
              <a:gd name="T18" fmla="*/ 13 w 117"/>
              <a:gd name="T19" fmla="*/ 150 h 151"/>
              <a:gd name="T20" fmla="*/ 18 w 117"/>
              <a:gd name="T21" fmla="*/ 125 h 151"/>
              <a:gd name="T22" fmla="*/ 56 w 117"/>
              <a:gd name="T23" fmla="*/ 74 h 151"/>
              <a:gd name="T24" fmla="*/ 20 w 117"/>
              <a:gd name="T25" fmla="*/ 104 h 151"/>
              <a:gd name="T26" fmla="*/ 6 w 117"/>
              <a:gd name="T27" fmla="*/ 134 h 151"/>
              <a:gd name="T28" fmla="*/ 4 w 117"/>
              <a:gd name="T29" fmla="*/ 91 h 151"/>
              <a:gd name="T30" fmla="*/ 5 w 117"/>
              <a:gd name="T31" fmla="*/ 87 h 151"/>
              <a:gd name="T32" fmla="*/ 61 w 117"/>
              <a:gd name="T33" fmla="*/ 29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7" h="151">
                <a:moveTo>
                  <a:pt x="61" y="29"/>
                </a:moveTo>
                <a:cubicBezTo>
                  <a:pt x="55" y="40"/>
                  <a:pt x="55" y="40"/>
                  <a:pt x="55" y="40"/>
                </a:cubicBezTo>
                <a:cubicBezTo>
                  <a:pt x="60" y="37"/>
                  <a:pt x="65" y="35"/>
                  <a:pt x="69" y="33"/>
                </a:cubicBezTo>
                <a:cubicBezTo>
                  <a:pt x="88" y="25"/>
                  <a:pt x="95" y="0"/>
                  <a:pt x="95" y="0"/>
                </a:cubicBezTo>
                <a:cubicBezTo>
                  <a:pt x="95" y="0"/>
                  <a:pt x="117" y="32"/>
                  <a:pt x="111" y="67"/>
                </a:cubicBezTo>
                <a:cubicBezTo>
                  <a:pt x="109" y="83"/>
                  <a:pt x="103" y="96"/>
                  <a:pt x="95" y="107"/>
                </a:cubicBezTo>
                <a:cubicBezTo>
                  <a:pt x="97" y="106"/>
                  <a:pt x="99" y="106"/>
                  <a:pt x="101" y="105"/>
                </a:cubicBezTo>
                <a:cubicBezTo>
                  <a:pt x="91" y="122"/>
                  <a:pt x="73" y="129"/>
                  <a:pt x="56" y="132"/>
                </a:cubicBezTo>
                <a:cubicBezTo>
                  <a:pt x="27" y="139"/>
                  <a:pt x="14" y="151"/>
                  <a:pt x="14" y="151"/>
                </a:cubicBezTo>
                <a:cubicBezTo>
                  <a:pt x="14" y="151"/>
                  <a:pt x="14" y="151"/>
                  <a:pt x="13" y="150"/>
                </a:cubicBezTo>
                <a:cubicBezTo>
                  <a:pt x="14" y="143"/>
                  <a:pt x="16" y="135"/>
                  <a:pt x="18" y="125"/>
                </a:cubicBezTo>
                <a:cubicBezTo>
                  <a:pt x="27" y="92"/>
                  <a:pt x="56" y="74"/>
                  <a:pt x="56" y="74"/>
                </a:cubicBezTo>
                <a:cubicBezTo>
                  <a:pt x="56" y="74"/>
                  <a:pt x="35" y="84"/>
                  <a:pt x="20" y="104"/>
                </a:cubicBezTo>
                <a:cubicBezTo>
                  <a:pt x="14" y="112"/>
                  <a:pt x="9" y="123"/>
                  <a:pt x="6" y="134"/>
                </a:cubicBezTo>
                <a:cubicBezTo>
                  <a:pt x="3" y="123"/>
                  <a:pt x="0" y="108"/>
                  <a:pt x="4" y="91"/>
                </a:cubicBezTo>
                <a:cubicBezTo>
                  <a:pt x="4" y="89"/>
                  <a:pt x="5" y="88"/>
                  <a:pt x="5" y="87"/>
                </a:cubicBezTo>
                <a:cubicBezTo>
                  <a:pt x="14" y="54"/>
                  <a:pt x="44" y="37"/>
                  <a:pt x="61" y="2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grpSp>
        <p:nvGrpSpPr>
          <p:cNvPr id="36" name="千图PPT彼岸天：ID 8661124库_组合 59">
            <a:extLst>
              <a:ext uri="{FF2B5EF4-FFF2-40B4-BE49-F238E27FC236}">
                <a16:creationId xmlns:a16="http://schemas.microsoft.com/office/drawing/2014/main" xmlns="" id="{1702286B-995C-4B4D-A2A9-976AD513E4FA}"/>
              </a:ext>
            </a:extLst>
          </p:cNvPr>
          <p:cNvGrpSpPr/>
          <p:nvPr>
            <p:custDataLst>
              <p:tags r:id="rId20"/>
            </p:custDataLst>
          </p:nvPr>
        </p:nvGrpSpPr>
        <p:grpSpPr>
          <a:xfrm>
            <a:off x="8139354" y="3392284"/>
            <a:ext cx="3194126" cy="808954"/>
            <a:chOff x="8139354" y="3392284"/>
            <a:chExt cx="3194126" cy="80895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xmlns="" id="{94BE780C-DE19-4599-B4D1-56E7B9BFB684}"/>
                </a:ext>
              </a:extLst>
            </p:cNvPr>
            <p:cNvSpPr/>
            <p:nvPr/>
          </p:nvSpPr>
          <p:spPr>
            <a:xfrm>
              <a:off x="8746260" y="3419006"/>
              <a:ext cx="2587220" cy="246221"/>
            </a:xfrm>
            <a:prstGeom prst="rect">
              <a:avLst/>
            </a:prstGeom>
          </p:spPr>
          <p:txBody>
            <a:bodyPr wrap="none" lIns="144000" tIns="0" rIns="144000" bIns="0">
              <a:normAutofit/>
            </a:bodyPr>
            <a:lstStyle/>
            <a:p>
              <a:r>
                <a:rPr lang="zh-CN" altLang="en-US" sz="1600" b="1">
                  <a:solidFill>
                    <a:schemeClr val="accent4"/>
                  </a:solidFill>
                </a:rPr>
                <a:t>输入标题文本</a:t>
              </a: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xmlns="" id="{89B6184B-3A32-4CDC-8004-B18A1667947A}"/>
                </a:ext>
              </a:extLst>
            </p:cNvPr>
            <p:cNvSpPr/>
            <p:nvPr/>
          </p:nvSpPr>
          <p:spPr>
            <a:xfrm>
              <a:off x="8746260" y="3665227"/>
              <a:ext cx="2587220" cy="536011"/>
            </a:xfrm>
            <a:prstGeom prst="rect">
              <a:avLst/>
            </a:prstGeom>
          </p:spPr>
          <p:txBody>
            <a:bodyPr wrap="square" lIns="144000" tIns="0" rIns="144000" bIns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>
                  <a:solidFill>
                    <a:schemeClr val="dk1">
                      <a:lumMod val="100000"/>
                    </a:schemeClr>
                  </a:solidFill>
                </a:rPr>
                <a:t>请替换文字内容复制你的内容到此</a:t>
              </a:r>
              <a:br>
                <a:rPr lang="zh-CN" altLang="en-US" sz="1100">
                  <a:solidFill>
                    <a:schemeClr val="dk1">
                      <a:lumMod val="100000"/>
                    </a:schemeClr>
                  </a:solidFill>
                </a:rPr>
              </a:br>
              <a:endParaRPr lang="zh-CN" altLang="en-US" sz="1100">
                <a:solidFill>
                  <a:schemeClr val="dk1">
                    <a:lumMod val="100000"/>
                  </a:schemeClr>
                </a:solidFill>
              </a:endParaRPr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xmlns="" id="{8122D7F8-C9FD-45D9-8AD9-CA54206A57FF}"/>
                </a:ext>
              </a:extLst>
            </p:cNvPr>
            <p:cNvGrpSpPr/>
            <p:nvPr/>
          </p:nvGrpSpPr>
          <p:grpSpPr>
            <a:xfrm>
              <a:off x="8139354" y="3392284"/>
              <a:ext cx="489858" cy="489858"/>
              <a:chOff x="7698094" y="3392284"/>
              <a:chExt cx="489858" cy="489858"/>
            </a:xfrm>
          </p:grpSpPr>
          <p:sp>
            <p:nvSpPr>
              <p:cNvPr id="40" name="椭圆 39">
                <a:extLst>
                  <a:ext uri="{FF2B5EF4-FFF2-40B4-BE49-F238E27FC236}">
                    <a16:creationId xmlns:a16="http://schemas.microsoft.com/office/drawing/2014/main" xmlns="" id="{B15E4185-6066-4340-9253-14C6A290CAB3}"/>
                  </a:ext>
                </a:extLst>
              </p:cNvPr>
              <p:cNvSpPr/>
              <p:nvPr/>
            </p:nvSpPr>
            <p:spPr>
              <a:xfrm>
                <a:off x="7698094" y="3392284"/>
                <a:ext cx="489858" cy="48985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xmlns="" id="{A0755DF3-79E2-45D8-84F4-27917412FEE1}"/>
                  </a:ext>
                </a:extLst>
              </p:cNvPr>
              <p:cNvSpPr/>
              <p:nvPr/>
            </p:nvSpPr>
            <p:spPr bwMode="auto">
              <a:xfrm>
                <a:off x="7831850" y="3567915"/>
                <a:ext cx="212129" cy="131945"/>
              </a:xfrm>
              <a:custGeom>
                <a:avLst/>
                <a:gdLst>
                  <a:gd name="connsiteX0" fmla="*/ 308536 w 331788"/>
                  <a:gd name="connsiteY0" fmla="*/ 66675 h 206375"/>
                  <a:gd name="connsiteX1" fmla="*/ 314995 w 331788"/>
                  <a:gd name="connsiteY1" fmla="*/ 66675 h 206375"/>
                  <a:gd name="connsiteX2" fmla="*/ 331788 w 331788"/>
                  <a:gd name="connsiteY2" fmla="*/ 83491 h 206375"/>
                  <a:gd name="connsiteX3" fmla="*/ 331788 w 331788"/>
                  <a:gd name="connsiteY3" fmla="*/ 189559 h 206375"/>
                  <a:gd name="connsiteX4" fmla="*/ 314995 w 331788"/>
                  <a:gd name="connsiteY4" fmla="*/ 206375 h 206375"/>
                  <a:gd name="connsiteX5" fmla="*/ 85056 w 331788"/>
                  <a:gd name="connsiteY5" fmla="*/ 206375 h 206375"/>
                  <a:gd name="connsiteX6" fmla="*/ 68263 w 331788"/>
                  <a:gd name="connsiteY6" fmla="*/ 189559 h 206375"/>
                  <a:gd name="connsiteX7" fmla="*/ 68263 w 331788"/>
                  <a:gd name="connsiteY7" fmla="*/ 183092 h 206375"/>
                  <a:gd name="connsiteX8" fmla="*/ 281408 w 331788"/>
                  <a:gd name="connsiteY8" fmla="*/ 183092 h 206375"/>
                  <a:gd name="connsiteX9" fmla="*/ 308536 w 331788"/>
                  <a:gd name="connsiteY9" fmla="*/ 155928 h 206375"/>
                  <a:gd name="connsiteX10" fmla="*/ 308536 w 331788"/>
                  <a:gd name="connsiteY10" fmla="*/ 66675 h 206375"/>
                  <a:gd name="connsiteX11" fmla="*/ 275059 w 331788"/>
                  <a:gd name="connsiteY11" fmla="*/ 33338 h 206375"/>
                  <a:gd name="connsiteX12" fmla="*/ 281557 w 331788"/>
                  <a:gd name="connsiteY12" fmla="*/ 33338 h 206375"/>
                  <a:gd name="connsiteX13" fmla="*/ 298451 w 331788"/>
                  <a:gd name="connsiteY13" fmla="*/ 50154 h 206375"/>
                  <a:gd name="connsiteX14" fmla="*/ 298451 w 331788"/>
                  <a:gd name="connsiteY14" fmla="*/ 156222 h 206375"/>
                  <a:gd name="connsiteX15" fmla="*/ 281557 w 331788"/>
                  <a:gd name="connsiteY15" fmla="*/ 173038 h 206375"/>
                  <a:gd name="connsiteX16" fmla="*/ 50232 w 331788"/>
                  <a:gd name="connsiteY16" fmla="*/ 173038 h 206375"/>
                  <a:gd name="connsiteX17" fmla="*/ 33338 w 331788"/>
                  <a:gd name="connsiteY17" fmla="*/ 156222 h 206375"/>
                  <a:gd name="connsiteX18" fmla="*/ 33338 w 331788"/>
                  <a:gd name="connsiteY18" fmla="*/ 149755 h 206375"/>
                  <a:gd name="connsiteX19" fmla="*/ 247768 w 331788"/>
                  <a:gd name="connsiteY19" fmla="*/ 149755 h 206375"/>
                  <a:gd name="connsiteX20" fmla="*/ 275059 w 331788"/>
                  <a:gd name="connsiteY20" fmla="*/ 122591 h 206375"/>
                  <a:gd name="connsiteX21" fmla="*/ 275059 w 331788"/>
                  <a:gd name="connsiteY21" fmla="*/ 33338 h 206375"/>
                  <a:gd name="connsiteX22" fmla="*/ 99109 w 331788"/>
                  <a:gd name="connsiteY22" fmla="*/ 21630 h 206375"/>
                  <a:gd name="connsiteX23" fmla="*/ 97823 w 331788"/>
                  <a:gd name="connsiteY23" fmla="*/ 22920 h 206375"/>
                  <a:gd name="connsiteX24" fmla="*/ 95250 w 331788"/>
                  <a:gd name="connsiteY24" fmla="*/ 28079 h 206375"/>
                  <a:gd name="connsiteX25" fmla="*/ 96536 w 331788"/>
                  <a:gd name="connsiteY25" fmla="*/ 31949 h 206375"/>
                  <a:gd name="connsiteX26" fmla="*/ 97823 w 331788"/>
                  <a:gd name="connsiteY26" fmla="*/ 33238 h 206375"/>
                  <a:gd name="connsiteX27" fmla="*/ 118406 w 331788"/>
                  <a:gd name="connsiteY27" fmla="*/ 66775 h 206375"/>
                  <a:gd name="connsiteX28" fmla="*/ 119692 w 331788"/>
                  <a:gd name="connsiteY28" fmla="*/ 68064 h 206375"/>
                  <a:gd name="connsiteX29" fmla="*/ 111974 w 331788"/>
                  <a:gd name="connsiteY29" fmla="*/ 68064 h 206375"/>
                  <a:gd name="connsiteX30" fmla="*/ 104255 w 331788"/>
                  <a:gd name="connsiteY30" fmla="*/ 75804 h 206375"/>
                  <a:gd name="connsiteX31" fmla="*/ 111974 w 331788"/>
                  <a:gd name="connsiteY31" fmla="*/ 83543 h 206375"/>
                  <a:gd name="connsiteX32" fmla="*/ 124838 w 331788"/>
                  <a:gd name="connsiteY32" fmla="*/ 83543 h 206375"/>
                  <a:gd name="connsiteX33" fmla="*/ 124838 w 331788"/>
                  <a:gd name="connsiteY33" fmla="*/ 89992 h 206375"/>
                  <a:gd name="connsiteX34" fmla="*/ 111974 w 331788"/>
                  <a:gd name="connsiteY34" fmla="*/ 89992 h 206375"/>
                  <a:gd name="connsiteX35" fmla="*/ 104255 w 331788"/>
                  <a:gd name="connsiteY35" fmla="*/ 97731 h 206375"/>
                  <a:gd name="connsiteX36" fmla="*/ 111974 w 331788"/>
                  <a:gd name="connsiteY36" fmla="*/ 105470 h 206375"/>
                  <a:gd name="connsiteX37" fmla="*/ 124838 w 331788"/>
                  <a:gd name="connsiteY37" fmla="*/ 105470 h 206375"/>
                  <a:gd name="connsiteX38" fmla="*/ 124838 w 331788"/>
                  <a:gd name="connsiteY38" fmla="*/ 114499 h 206375"/>
                  <a:gd name="connsiteX39" fmla="*/ 132557 w 331788"/>
                  <a:gd name="connsiteY39" fmla="*/ 122238 h 206375"/>
                  <a:gd name="connsiteX40" fmla="*/ 140275 w 331788"/>
                  <a:gd name="connsiteY40" fmla="*/ 114499 h 206375"/>
                  <a:gd name="connsiteX41" fmla="*/ 140275 w 331788"/>
                  <a:gd name="connsiteY41" fmla="*/ 105470 h 206375"/>
                  <a:gd name="connsiteX42" fmla="*/ 153139 w 331788"/>
                  <a:gd name="connsiteY42" fmla="*/ 105470 h 206375"/>
                  <a:gd name="connsiteX43" fmla="*/ 160858 w 331788"/>
                  <a:gd name="connsiteY43" fmla="*/ 97731 h 206375"/>
                  <a:gd name="connsiteX44" fmla="*/ 153139 w 331788"/>
                  <a:gd name="connsiteY44" fmla="*/ 89992 h 206375"/>
                  <a:gd name="connsiteX45" fmla="*/ 140275 w 331788"/>
                  <a:gd name="connsiteY45" fmla="*/ 89992 h 206375"/>
                  <a:gd name="connsiteX46" fmla="*/ 140275 w 331788"/>
                  <a:gd name="connsiteY46" fmla="*/ 83543 h 206375"/>
                  <a:gd name="connsiteX47" fmla="*/ 153139 w 331788"/>
                  <a:gd name="connsiteY47" fmla="*/ 83543 h 206375"/>
                  <a:gd name="connsiteX48" fmla="*/ 160858 w 331788"/>
                  <a:gd name="connsiteY48" fmla="*/ 75804 h 206375"/>
                  <a:gd name="connsiteX49" fmla="*/ 153139 w 331788"/>
                  <a:gd name="connsiteY49" fmla="*/ 68064 h 206375"/>
                  <a:gd name="connsiteX50" fmla="*/ 145421 w 331788"/>
                  <a:gd name="connsiteY50" fmla="*/ 68064 h 206375"/>
                  <a:gd name="connsiteX51" fmla="*/ 146707 w 331788"/>
                  <a:gd name="connsiteY51" fmla="*/ 66775 h 206375"/>
                  <a:gd name="connsiteX52" fmla="*/ 168577 w 331788"/>
                  <a:gd name="connsiteY52" fmla="*/ 33238 h 206375"/>
                  <a:gd name="connsiteX53" fmla="*/ 168577 w 331788"/>
                  <a:gd name="connsiteY53" fmla="*/ 31949 h 206375"/>
                  <a:gd name="connsiteX54" fmla="*/ 169863 w 331788"/>
                  <a:gd name="connsiteY54" fmla="*/ 28079 h 206375"/>
                  <a:gd name="connsiteX55" fmla="*/ 168577 w 331788"/>
                  <a:gd name="connsiteY55" fmla="*/ 22920 h 206375"/>
                  <a:gd name="connsiteX56" fmla="*/ 166004 w 331788"/>
                  <a:gd name="connsiteY56" fmla="*/ 21630 h 206375"/>
                  <a:gd name="connsiteX57" fmla="*/ 156999 w 331788"/>
                  <a:gd name="connsiteY57" fmla="*/ 22920 h 206375"/>
                  <a:gd name="connsiteX58" fmla="*/ 155712 w 331788"/>
                  <a:gd name="connsiteY58" fmla="*/ 22920 h 206375"/>
                  <a:gd name="connsiteX59" fmla="*/ 153139 w 331788"/>
                  <a:gd name="connsiteY59" fmla="*/ 28079 h 206375"/>
                  <a:gd name="connsiteX60" fmla="*/ 150567 w 331788"/>
                  <a:gd name="connsiteY60" fmla="*/ 33238 h 206375"/>
                  <a:gd name="connsiteX61" fmla="*/ 132557 w 331788"/>
                  <a:gd name="connsiteY61" fmla="*/ 60325 h 206375"/>
                  <a:gd name="connsiteX62" fmla="*/ 115833 w 331788"/>
                  <a:gd name="connsiteY62" fmla="*/ 33238 h 206375"/>
                  <a:gd name="connsiteX63" fmla="*/ 111974 w 331788"/>
                  <a:gd name="connsiteY63" fmla="*/ 28079 h 206375"/>
                  <a:gd name="connsiteX64" fmla="*/ 109401 w 331788"/>
                  <a:gd name="connsiteY64" fmla="*/ 22920 h 206375"/>
                  <a:gd name="connsiteX65" fmla="*/ 99109 w 331788"/>
                  <a:gd name="connsiteY65" fmla="*/ 21630 h 206375"/>
                  <a:gd name="connsiteX66" fmla="*/ 16894 w 331788"/>
                  <a:gd name="connsiteY66" fmla="*/ 0 h 206375"/>
                  <a:gd name="connsiteX67" fmla="*/ 248219 w 331788"/>
                  <a:gd name="connsiteY67" fmla="*/ 0 h 206375"/>
                  <a:gd name="connsiteX68" fmla="*/ 265113 w 331788"/>
                  <a:gd name="connsiteY68" fmla="*/ 16816 h 206375"/>
                  <a:gd name="connsiteX69" fmla="*/ 265113 w 331788"/>
                  <a:gd name="connsiteY69" fmla="*/ 122884 h 206375"/>
                  <a:gd name="connsiteX70" fmla="*/ 248219 w 331788"/>
                  <a:gd name="connsiteY70" fmla="*/ 139700 h 206375"/>
                  <a:gd name="connsiteX71" fmla="*/ 23392 w 331788"/>
                  <a:gd name="connsiteY71" fmla="*/ 139700 h 206375"/>
                  <a:gd name="connsiteX72" fmla="*/ 16894 w 331788"/>
                  <a:gd name="connsiteY72" fmla="*/ 139700 h 206375"/>
                  <a:gd name="connsiteX73" fmla="*/ 0 w 331788"/>
                  <a:gd name="connsiteY73" fmla="*/ 122884 h 206375"/>
                  <a:gd name="connsiteX74" fmla="*/ 0 w 331788"/>
                  <a:gd name="connsiteY74" fmla="*/ 16816 h 206375"/>
                  <a:gd name="connsiteX75" fmla="*/ 16894 w 331788"/>
                  <a:gd name="connsiteY75" fmla="*/ 0 h 206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331788" h="206375">
                    <a:moveTo>
                      <a:pt x="308536" y="66675"/>
                    </a:moveTo>
                    <a:cubicBezTo>
                      <a:pt x="308536" y="66675"/>
                      <a:pt x="308536" y="66675"/>
                      <a:pt x="314995" y="66675"/>
                    </a:cubicBezTo>
                    <a:cubicBezTo>
                      <a:pt x="324037" y="66675"/>
                      <a:pt x="331788" y="73143"/>
                      <a:pt x="331788" y="83491"/>
                    </a:cubicBezTo>
                    <a:cubicBezTo>
                      <a:pt x="331788" y="83491"/>
                      <a:pt x="331788" y="83491"/>
                      <a:pt x="331788" y="189559"/>
                    </a:cubicBezTo>
                    <a:cubicBezTo>
                      <a:pt x="331788" y="198614"/>
                      <a:pt x="324037" y="206375"/>
                      <a:pt x="314995" y="206375"/>
                    </a:cubicBezTo>
                    <a:cubicBezTo>
                      <a:pt x="314995" y="206375"/>
                      <a:pt x="314995" y="206375"/>
                      <a:pt x="85056" y="206375"/>
                    </a:cubicBezTo>
                    <a:cubicBezTo>
                      <a:pt x="76014" y="206375"/>
                      <a:pt x="68263" y="198614"/>
                      <a:pt x="68263" y="189559"/>
                    </a:cubicBezTo>
                    <a:cubicBezTo>
                      <a:pt x="68263" y="189559"/>
                      <a:pt x="68263" y="189559"/>
                      <a:pt x="68263" y="183092"/>
                    </a:cubicBezTo>
                    <a:cubicBezTo>
                      <a:pt x="68263" y="183092"/>
                      <a:pt x="68263" y="183092"/>
                      <a:pt x="281408" y="183092"/>
                    </a:cubicBezTo>
                    <a:cubicBezTo>
                      <a:pt x="296910" y="183092"/>
                      <a:pt x="308536" y="171450"/>
                      <a:pt x="308536" y="155928"/>
                    </a:cubicBezTo>
                    <a:cubicBezTo>
                      <a:pt x="308536" y="155928"/>
                      <a:pt x="308536" y="155928"/>
                      <a:pt x="308536" y="66675"/>
                    </a:cubicBezTo>
                    <a:close/>
                    <a:moveTo>
                      <a:pt x="275059" y="33338"/>
                    </a:moveTo>
                    <a:cubicBezTo>
                      <a:pt x="275059" y="33338"/>
                      <a:pt x="275059" y="33338"/>
                      <a:pt x="281557" y="33338"/>
                    </a:cubicBezTo>
                    <a:cubicBezTo>
                      <a:pt x="290654" y="33338"/>
                      <a:pt x="298451" y="41099"/>
                      <a:pt x="298451" y="50154"/>
                    </a:cubicBezTo>
                    <a:cubicBezTo>
                      <a:pt x="298451" y="50154"/>
                      <a:pt x="298451" y="50154"/>
                      <a:pt x="298451" y="156222"/>
                    </a:cubicBezTo>
                    <a:cubicBezTo>
                      <a:pt x="298451" y="165277"/>
                      <a:pt x="290654" y="173038"/>
                      <a:pt x="281557" y="173038"/>
                    </a:cubicBezTo>
                    <a:cubicBezTo>
                      <a:pt x="281557" y="173038"/>
                      <a:pt x="281557" y="173038"/>
                      <a:pt x="50232" y="173038"/>
                    </a:cubicBezTo>
                    <a:cubicBezTo>
                      <a:pt x="41135" y="173038"/>
                      <a:pt x="33338" y="165277"/>
                      <a:pt x="33338" y="156222"/>
                    </a:cubicBezTo>
                    <a:cubicBezTo>
                      <a:pt x="33338" y="156222"/>
                      <a:pt x="33338" y="156222"/>
                      <a:pt x="33338" y="149755"/>
                    </a:cubicBezTo>
                    <a:cubicBezTo>
                      <a:pt x="33338" y="149755"/>
                      <a:pt x="33338" y="149755"/>
                      <a:pt x="247768" y="149755"/>
                    </a:cubicBezTo>
                    <a:cubicBezTo>
                      <a:pt x="263363" y="149755"/>
                      <a:pt x="275059" y="138113"/>
                      <a:pt x="275059" y="122591"/>
                    </a:cubicBezTo>
                    <a:cubicBezTo>
                      <a:pt x="275059" y="122591"/>
                      <a:pt x="275059" y="122591"/>
                      <a:pt x="275059" y="33338"/>
                    </a:cubicBezTo>
                    <a:close/>
                    <a:moveTo>
                      <a:pt x="99109" y="21630"/>
                    </a:moveTo>
                    <a:cubicBezTo>
                      <a:pt x="97823" y="21630"/>
                      <a:pt x="97823" y="21630"/>
                      <a:pt x="97823" y="22920"/>
                    </a:cubicBezTo>
                    <a:cubicBezTo>
                      <a:pt x="96536" y="24210"/>
                      <a:pt x="95250" y="25499"/>
                      <a:pt x="95250" y="28079"/>
                    </a:cubicBezTo>
                    <a:cubicBezTo>
                      <a:pt x="95250" y="29369"/>
                      <a:pt x="96536" y="30659"/>
                      <a:pt x="96536" y="31949"/>
                    </a:cubicBezTo>
                    <a:cubicBezTo>
                      <a:pt x="96536" y="31949"/>
                      <a:pt x="96536" y="31949"/>
                      <a:pt x="97823" y="33238"/>
                    </a:cubicBezTo>
                    <a:cubicBezTo>
                      <a:pt x="97823" y="33238"/>
                      <a:pt x="97823" y="33238"/>
                      <a:pt x="118406" y="66775"/>
                    </a:cubicBezTo>
                    <a:cubicBezTo>
                      <a:pt x="118406" y="66775"/>
                      <a:pt x="118406" y="66775"/>
                      <a:pt x="119692" y="68064"/>
                    </a:cubicBezTo>
                    <a:cubicBezTo>
                      <a:pt x="119692" y="68064"/>
                      <a:pt x="119692" y="68064"/>
                      <a:pt x="111974" y="68064"/>
                    </a:cubicBezTo>
                    <a:cubicBezTo>
                      <a:pt x="108114" y="68064"/>
                      <a:pt x="104255" y="71934"/>
                      <a:pt x="104255" y="75804"/>
                    </a:cubicBezTo>
                    <a:cubicBezTo>
                      <a:pt x="104255" y="79673"/>
                      <a:pt x="108114" y="83543"/>
                      <a:pt x="111974" y="83543"/>
                    </a:cubicBezTo>
                    <a:cubicBezTo>
                      <a:pt x="111974" y="83543"/>
                      <a:pt x="111974" y="83543"/>
                      <a:pt x="124838" y="83543"/>
                    </a:cubicBezTo>
                    <a:cubicBezTo>
                      <a:pt x="124838" y="83543"/>
                      <a:pt x="124838" y="83543"/>
                      <a:pt x="124838" y="89992"/>
                    </a:cubicBezTo>
                    <a:cubicBezTo>
                      <a:pt x="124838" y="89992"/>
                      <a:pt x="124838" y="89992"/>
                      <a:pt x="111974" y="89992"/>
                    </a:cubicBezTo>
                    <a:cubicBezTo>
                      <a:pt x="108114" y="89992"/>
                      <a:pt x="104255" y="93861"/>
                      <a:pt x="104255" y="97731"/>
                    </a:cubicBezTo>
                    <a:cubicBezTo>
                      <a:pt x="104255" y="101601"/>
                      <a:pt x="108114" y="105470"/>
                      <a:pt x="111974" y="105470"/>
                    </a:cubicBezTo>
                    <a:cubicBezTo>
                      <a:pt x="111974" y="105470"/>
                      <a:pt x="111974" y="105470"/>
                      <a:pt x="124838" y="105470"/>
                    </a:cubicBezTo>
                    <a:cubicBezTo>
                      <a:pt x="124838" y="105470"/>
                      <a:pt x="124838" y="105470"/>
                      <a:pt x="124838" y="114499"/>
                    </a:cubicBezTo>
                    <a:cubicBezTo>
                      <a:pt x="124838" y="119658"/>
                      <a:pt x="128697" y="122238"/>
                      <a:pt x="132557" y="122238"/>
                    </a:cubicBezTo>
                    <a:cubicBezTo>
                      <a:pt x="136416" y="122238"/>
                      <a:pt x="140275" y="119658"/>
                      <a:pt x="140275" y="114499"/>
                    </a:cubicBezTo>
                    <a:cubicBezTo>
                      <a:pt x="140275" y="114499"/>
                      <a:pt x="140275" y="114499"/>
                      <a:pt x="140275" y="105470"/>
                    </a:cubicBezTo>
                    <a:cubicBezTo>
                      <a:pt x="140275" y="105470"/>
                      <a:pt x="140275" y="105470"/>
                      <a:pt x="153139" y="105470"/>
                    </a:cubicBezTo>
                    <a:cubicBezTo>
                      <a:pt x="158285" y="105470"/>
                      <a:pt x="160858" y="101601"/>
                      <a:pt x="160858" y="97731"/>
                    </a:cubicBezTo>
                    <a:cubicBezTo>
                      <a:pt x="160858" y="93861"/>
                      <a:pt x="158285" y="89992"/>
                      <a:pt x="153139" y="89992"/>
                    </a:cubicBezTo>
                    <a:cubicBezTo>
                      <a:pt x="153139" y="89992"/>
                      <a:pt x="153139" y="89992"/>
                      <a:pt x="140275" y="89992"/>
                    </a:cubicBezTo>
                    <a:cubicBezTo>
                      <a:pt x="140275" y="89992"/>
                      <a:pt x="140275" y="89992"/>
                      <a:pt x="140275" y="83543"/>
                    </a:cubicBezTo>
                    <a:cubicBezTo>
                      <a:pt x="140275" y="83543"/>
                      <a:pt x="140275" y="83543"/>
                      <a:pt x="153139" y="83543"/>
                    </a:cubicBezTo>
                    <a:cubicBezTo>
                      <a:pt x="158285" y="83543"/>
                      <a:pt x="160858" y="79673"/>
                      <a:pt x="160858" y="75804"/>
                    </a:cubicBezTo>
                    <a:cubicBezTo>
                      <a:pt x="160858" y="71934"/>
                      <a:pt x="158285" y="68064"/>
                      <a:pt x="153139" y="68064"/>
                    </a:cubicBezTo>
                    <a:cubicBezTo>
                      <a:pt x="153139" y="68064"/>
                      <a:pt x="153139" y="68064"/>
                      <a:pt x="145421" y="68064"/>
                    </a:cubicBezTo>
                    <a:cubicBezTo>
                      <a:pt x="145421" y="68064"/>
                      <a:pt x="145421" y="68064"/>
                      <a:pt x="146707" y="66775"/>
                    </a:cubicBezTo>
                    <a:cubicBezTo>
                      <a:pt x="146707" y="66775"/>
                      <a:pt x="146707" y="66775"/>
                      <a:pt x="168577" y="33238"/>
                    </a:cubicBezTo>
                    <a:cubicBezTo>
                      <a:pt x="168577" y="33238"/>
                      <a:pt x="168577" y="33238"/>
                      <a:pt x="168577" y="31949"/>
                    </a:cubicBezTo>
                    <a:cubicBezTo>
                      <a:pt x="169863" y="30659"/>
                      <a:pt x="169863" y="29369"/>
                      <a:pt x="169863" y="28079"/>
                    </a:cubicBezTo>
                    <a:cubicBezTo>
                      <a:pt x="169863" y="25499"/>
                      <a:pt x="169863" y="24210"/>
                      <a:pt x="168577" y="22920"/>
                    </a:cubicBezTo>
                    <a:cubicBezTo>
                      <a:pt x="167290" y="21630"/>
                      <a:pt x="167290" y="21630"/>
                      <a:pt x="166004" y="21630"/>
                    </a:cubicBezTo>
                    <a:cubicBezTo>
                      <a:pt x="163431" y="19050"/>
                      <a:pt x="159572" y="20340"/>
                      <a:pt x="156999" y="22920"/>
                    </a:cubicBezTo>
                    <a:cubicBezTo>
                      <a:pt x="156999" y="22920"/>
                      <a:pt x="155712" y="22920"/>
                      <a:pt x="155712" y="22920"/>
                    </a:cubicBezTo>
                    <a:cubicBezTo>
                      <a:pt x="155712" y="22920"/>
                      <a:pt x="155712" y="22920"/>
                      <a:pt x="153139" y="28079"/>
                    </a:cubicBezTo>
                    <a:cubicBezTo>
                      <a:pt x="153139" y="28079"/>
                      <a:pt x="153139" y="28079"/>
                      <a:pt x="150567" y="33238"/>
                    </a:cubicBezTo>
                    <a:cubicBezTo>
                      <a:pt x="150567" y="33238"/>
                      <a:pt x="150567" y="33238"/>
                      <a:pt x="132557" y="60325"/>
                    </a:cubicBezTo>
                    <a:cubicBezTo>
                      <a:pt x="132557" y="60325"/>
                      <a:pt x="132557" y="60325"/>
                      <a:pt x="115833" y="33238"/>
                    </a:cubicBezTo>
                    <a:cubicBezTo>
                      <a:pt x="115833" y="33238"/>
                      <a:pt x="115833" y="33238"/>
                      <a:pt x="111974" y="28079"/>
                    </a:cubicBezTo>
                    <a:cubicBezTo>
                      <a:pt x="111974" y="28079"/>
                      <a:pt x="111974" y="28079"/>
                      <a:pt x="109401" y="22920"/>
                    </a:cubicBezTo>
                    <a:cubicBezTo>
                      <a:pt x="106828" y="20340"/>
                      <a:pt x="101682" y="19050"/>
                      <a:pt x="99109" y="21630"/>
                    </a:cubicBezTo>
                    <a:close/>
                    <a:moveTo>
                      <a:pt x="16894" y="0"/>
                    </a:moveTo>
                    <a:cubicBezTo>
                      <a:pt x="16894" y="0"/>
                      <a:pt x="16894" y="0"/>
                      <a:pt x="248219" y="0"/>
                    </a:cubicBezTo>
                    <a:cubicBezTo>
                      <a:pt x="257316" y="0"/>
                      <a:pt x="265113" y="7761"/>
                      <a:pt x="265113" y="16816"/>
                    </a:cubicBezTo>
                    <a:cubicBezTo>
                      <a:pt x="265113" y="16816"/>
                      <a:pt x="265113" y="16816"/>
                      <a:pt x="265113" y="122884"/>
                    </a:cubicBezTo>
                    <a:cubicBezTo>
                      <a:pt x="265113" y="133233"/>
                      <a:pt x="257316" y="139700"/>
                      <a:pt x="248219" y="139700"/>
                    </a:cubicBezTo>
                    <a:cubicBezTo>
                      <a:pt x="248219" y="139700"/>
                      <a:pt x="248219" y="139700"/>
                      <a:pt x="23392" y="139700"/>
                    </a:cubicBezTo>
                    <a:lnTo>
                      <a:pt x="16894" y="139700"/>
                    </a:lnTo>
                    <a:cubicBezTo>
                      <a:pt x="7797" y="139700"/>
                      <a:pt x="0" y="133233"/>
                      <a:pt x="0" y="122884"/>
                    </a:cubicBezTo>
                    <a:cubicBezTo>
                      <a:pt x="0" y="122884"/>
                      <a:pt x="0" y="122884"/>
                      <a:pt x="0" y="16816"/>
                    </a:cubicBezTo>
                    <a:cubicBezTo>
                      <a:pt x="0" y="7761"/>
                      <a:pt x="7797" y="0"/>
                      <a:pt x="168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p15="http://schemas.microsoft.com/office/powerpoint/2012/main"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42" name="千图PPT彼岸天：ID 8661124库_组合 57">
            <a:extLst>
              <a:ext uri="{FF2B5EF4-FFF2-40B4-BE49-F238E27FC236}">
                <a16:creationId xmlns:a16="http://schemas.microsoft.com/office/drawing/2014/main" xmlns="" id="{992B43A8-F5DE-4CEC-B256-F20C1517BA76}"/>
              </a:ext>
            </a:extLst>
          </p:cNvPr>
          <p:cNvGrpSpPr/>
          <p:nvPr>
            <p:custDataLst>
              <p:tags r:id="rId21"/>
            </p:custDataLst>
          </p:nvPr>
        </p:nvGrpSpPr>
        <p:grpSpPr>
          <a:xfrm>
            <a:off x="8139354" y="5023032"/>
            <a:ext cx="3194126" cy="782232"/>
            <a:chOff x="8139354" y="5023032"/>
            <a:chExt cx="3194126" cy="782232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xmlns="" id="{ACC0CED0-30E6-4F13-8245-4BBCA51B7C26}"/>
                </a:ext>
              </a:extLst>
            </p:cNvPr>
            <p:cNvSpPr/>
            <p:nvPr/>
          </p:nvSpPr>
          <p:spPr>
            <a:xfrm>
              <a:off x="8746260" y="5023032"/>
              <a:ext cx="2587220" cy="246221"/>
            </a:xfrm>
            <a:prstGeom prst="rect">
              <a:avLst/>
            </a:prstGeom>
          </p:spPr>
          <p:txBody>
            <a:bodyPr wrap="none" lIns="144000" tIns="0" rIns="144000" bIns="0">
              <a:normAutofit/>
            </a:bodyPr>
            <a:lstStyle/>
            <a:p>
              <a:r>
                <a:rPr lang="zh-CN" altLang="en-US" sz="1600" b="1">
                  <a:solidFill>
                    <a:schemeClr val="accent6"/>
                  </a:solidFill>
                </a:rPr>
                <a:t>输入标题文本</a:t>
              </a: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xmlns="" id="{13C9B4CD-D13E-4F29-A965-2C309EB54E66}"/>
                </a:ext>
              </a:extLst>
            </p:cNvPr>
            <p:cNvSpPr/>
            <p:nvPr/>
          </p:nvSpPr>
          <p:spPr>
            <a:xfrm>
              <a:off x="8746260" y="5269253"/>
              <a:ext cx="2587220" cy="536011"/>
            </a:xfrm>
            <a:prstGeom prst="rect">
              <a:avLst/>
            </a:prstGeom>
          </p:spPr>
          <p:txBody>
            <a:bodyPr wrap="square" lIns="144000" tIns="0" rIns="144000" bIns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>
                  <a:solidFill>
                    <a:schemeClr val="dk1">
                      <a:lumMod val="100000"/>
                    </a:schemeClr>
                  </a:solidFill>
                </a:rPr>
                <a:t>请替换文字内容复制你的内容到此</a:t>
              </a:r>
              <a:br>
                <a:rPr lang="zh-CN" altLang="en-US" sz="1100">
                  <a:solidFill>
                    <a:schemeClr val="dk1">
                      <a:lumMod val="100000"/>
                    </a:schemeClr>
                  </a:solidFill>
                </a:rPr>
              </a:br>
              <a:endParaRPr lang="zh-CN" altLang="en-US" sz="1100">
                <a:solidFill>
                  <a:schemeClr val="dk1">
                    <a:lumMod val="100000"/>
                  </a:schemeClr>
                </a:solidFill>
              </a:endParaRPr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xmlns="" id="{662CE9EB-D3E1-45FF-B200-58783DCDD1EB}"/>
                </a:ext>
              </a:extLst>
            </p:cNvPr>
            <p:cNvGrpSpPr/>
            <p:nvPr/>
          </p:nvGrpSpPr>
          <p:grpSpPr>
            <a:xfrm>
              <a:off x="8139354" y="5074916"/>
              <a:ext cx="489858" cy="489858"/>
              <a:chOff x="7698094" y="5074916"/>
              <a:chExt cx="489858" cy="489858"/>
            </a:xfrm>
          </p:grpSpPr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xmlns="" id="{866AF3CD-FE69-41FF-BD01-552745C2D743}"/>
                  </a:ext>
                </a:extLst>
              </p:cNvPr>
              <p:cNvSpPr/>
              <p:nvPr/>
            </p:nvSpPr>
            <p:spPr>
              <a:xfrm>
                <a:off x="7698094" y="5074916"/>
                <a:ext cx="489858" cy="48985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xmlns="" id="{C6992366-1824-4289-B121-B16256253142}"/>
                  </a:ext>
                </a:extLst>
              </p:cNvPr>
              <p:cNvSpPr/>
              <p:nvPr/>
            </p:nvSpPr>
            <p:spPr bwMode="auto">
              <a:xfrm>
                <a:off x="7831850" y="5238809"/>
                <a:ext cx="212129" cy="171530"/>
              </a:xfrm>
              <a:custGeom>
                <a:avLst/>
                <a:gdLst>
                  <a:gd name="connsiteX0" fmla="*/ 9105 w 331788"/>
                  <a:gd name="connsiteY0" fmla="*/ 87313 h 268288"/>
                  <a:gd name="connsiteX1" fmla="*/ 63736 w 331788"/>
                  <a:gd name="connsiteY1" fmla="*/ 87313 h 268288"/>
                  <a:gd name="connsiteX2" fmla="*/ 67638 w 331788"/>
                  <a:gd name="connsiteY2" fmla="*/ 92447 h 268288"/>
                  <a:gd name="connsiteX3" fmla="*/ 67638 w 331788"/>
                  <a:gd name="connsiteY3" fmla="*/ 172025 h 268288"/>
                  <a:gd name="connsiteX4" fmla="*/ 89750 w 331788"/>
                  <a:gd name="connsiteY4" fmla="*/ 193845 h 268288"/>
                  <a:gd name="connsiteX5" fmla="*/ 196410 w 331788"/>
                  <a:gd name="connsiteY5" fmla="*/ 193845 h 268288"/>
                  <a:gd name="connsiteX6" fmla="*/ 201613 w 331788"/>
                  <a:gd name="connsiteY6" fmla="*/ 197695 h 268288"/>
                  <a:gd name="connsiteX7" fmla="*/ 201613 w 331788"/>
                  <a:gd name="connsiteY7" fmla="*/ 220798 h 268288"/>
                  <a:gd name="connsiteX8" fmla="*/ 192508 w 331788"/>
                  <a:gd name="connsiteY8" fmla="*/ 229783 h 268288"/>
                  <a:gd name="connsiteX9" fmla="*/ 88450 w 331788"/>
                  <a:gd name="connsiteY9" fmla="*/ 229783 h 268288"/>
                  <a:gd name="connsiteX10" fmla="*/ 84547 w 331788"/>
                  <a:gd name="connsiteY10" fmla="*/ 231066 h 268288"/>
                  <a:gd name="connsiteX11" fmla="*/ 59834 w 331788"/>
                  <a:gd name="connsiteY11" fmla="*/ 265721 h 268288"/>
                  <a:gd name="connsiteX12" fmla="*/ 55931 w 331788"/>
                  <a:gd name="connsiteY12" fmla="*/ 268288 h 268288"/>
                  <a:gd name="connsiteX13" fmla="*/ 52029 w 331788"/>
                  <a:gd name="connsiteY13" fmla="*/ 265721 h 268288"/>
                  <a:gd name="connsiteX14" fmla="*/ 27315 w 331788"/>
                  <a:gd name="connsiteY14" fmla="*/ 231066 h 268288"/>
                  <a:gd name="connsiteX15" fmla="*/ 23413 w 331788"/>
                  <a:gd name="connsiteY15" fmla="*/ 229783 h 268288"/>
                  <a:gd name="connsiteX16" fmla="*/ 9105 w 331788"/>
                  <a:gd name="connsiteY16" fmla="*/ 229783 h 268288"/>
                  <a:gd name="connsiteX17" fmla="*/ 0 w 331788"/>
                  <a:gd name="connsiteY17" fmla="*/ 220798 h 268288"/>
                  <a:gd name="connsiteX18" fmla="*/ 0 w 331788"/>
                  <a:gd name="connsiteY18" fmla="*/ 96298 h 268288"/>
                  <a:gd name="connsiteX19" fmla="*/ 9105 w 331788"/>
                  <a:gd name="connsiteY19" fmla="*/ 87313 h 268288"/>
                  <a:gd name="connsiteX20" fmla="*/ 200880 w 331788"/>
                  <a:gd name="connsiteY20" fmla="*/ 25400 h 268288"/>
                  <a:gd name="connsiteX21" fmla="*/ 199567 w 331788"/>
                  <a:gd name="connsiteY21" fmla="*/ 28004 h 268288"/>
                  <a:gd name="connsiteX22" fmla="*/ 199567 w 331788"/>
                  <a:gd name="connsiteY22" fmla="*/ 39723 h 268288"/>
                  <a:gd name="connsiteX23" fmla="*/ 178563 w 331788"/>
                  <a:gd name="connsiteY23" fmla="*/ 64463 h 268288"/>
                  <a:gd name="connsiteX24" fmla="*/ 208757 w 331788"/>
                  <a:gd name="connsiteY24" fmla="*/ 94412 h 268288"/>
                  <a:gd name="connsiteX25" fmla="*/ 223197 w 331788"/>
                  <a:gd name="connsiteY25" fmla="*/ 103527 h 268288"/>
                  <a:gd name="connsiteX26" fmla="*/ 210069 w 331788"/>
                  <a:gd name="connsiteY26" fmla="*/ 110037 h 268288"/>
                  <a:gd name="connsiteX27" fmla="*/ 193004 w 331788"/>
                  <a:gd name="connsiteY27" fmla="*/ 103527 h 268288"/>
                  <a:gd name="connsiteX28" fmla="*/ 189065 w 331788"/>
                  <a:gd name="connsiteY28" fmla="*/ 99621 h 268288"/>
                  <a:gd name="connsiteX29" fmla="*/ 186440 w 331788"/>
                  <a:gd name="connsiteY29" fmla="*/ 99621 h 268288"/>
                  <a:gd name="connsiteX30" fmla="*/ 175938 w 331788"/>
                  <a:gd name="connsiteY30" fmla="*/ 111340 h 268288"/>
                  <a:gd name="connsiteX31" fmla="*/ 174625 w 331788"/>
                  <a:gd name="connsiteY31" fmla="*/ 112642 h 268288"/>
                  <a:gd name="connsiteX32" fmla="*/ 174625 w 331788"/>
                  <a:gd name="connsiteY32" fmla="*/ 113944 h 268288"/>
                  <a:gd name="connsiteX33" fmla="*/ 178563 w 331788"/>
                  <a:gd name="connsiteY33" fmla="*/ 116548 h 268288"/>
                  <a:gd name="connsiteX34" fmla="*/ 199567 w 331788"/>
                  <a:gd name="connsiteY34" fmla="*/ 128267 h 268288"/>
                  <a:gd name="connsiteX35" fmla="*/ 199567 w 331788"/>
                  <a:gd name="connsiteY35" fmla="*/ 139986 h 268288"/>
                  <a:gd name="connsiteX36" fmla="*/ 200880 w 331788"/>
                  <a:gd name="connsiteY36" fmla="*/ 141288 h 268288"/>
                  <a:gd name="connsiteX37" fmla="*/ 216633 w 331788"/>
                  <a:gd name="connsiteY37" fmla="*/ 141288 h 268288"/>
                  <a:gd name="connsiteX38" fmla="*/ 219259 w 331788"/>
                  <a:gd name="connsiteY38" fmla="*/ 139986 h 268288"/>
                  <a:gd name="connsiteX39" fmla="*/ 219259 w 331788"/>
                  <a:gd name="connsiteY39" fmla="*/ 128267 h 268288"/>
                  <a:gd name="connsiteX40" fmla="*/ 242888 w 331788"/>
                  <a:gd name="connsiteY40" fmla="*/ 103527 h 268288"/>
                  <a:gd name="connsiteX41" fmla="*/ 214008 w 331788"/>
                  <a:gd name="connsiteY41" fmla="*/ 74880 h 268288"/>
                  <a:gd name="connsiteX42" fmla="*/ 198255 w 331788"/>
                  <a:gd name="connsiteY42" fmla="*/ 64463 h 268288"/>
                  <a:gd name="connsiteX43" fmla="*/ 211382 w 331788"/>
                  <a:gd name="connsiteY43" fmla="*/ 56651 h 268288"/>
                  <a:gd name="connsiteX44" fmla="*/ 227135 w 331788"/>
                  <a:gd name="connsiteY44" fmla="*/ 60557 h 268288"/>
                  <a:gd name="connsiteX45" fmla="*/ 229761 w 331788"/>
                  <a:gd name="connsiteY45" fmla="*/ 63161 h 268288"/>
                  <a:gd name="connsiteX46" fmla="*/ 233699 w 331788"/>
                  <a:gd name="connsiteY46" fmla="*/ 63161 h 268288"/>
                  <a:gd name="connsiteX47" fmla="*/ 241575 w 331788"/>
                  <a:gd name="connsiteY47" fmla="*/ 50140 h 268288"/>
                  <a:gd name="connsiteX48" fmla="*/ 241575 w 331788"/>
                  <a:gd name="connsiteY48" fmla="*/ 47536 h 268288"/>
                  <a:gd name="connsiteX49" fmla="*/ 237637 w 331788"/>
                  <a:gd name="connsiteY49" fmla="*/ 44932 h 268288"/>
                  <a:gd name="connsiteX50" fmla="*/ 219259 w 331788"/>
                  <a:gd name="connsiteY50" fmla="*/ 38421 h 268288"/>
                  <a:gd name="connsiteX51" fmla="*/ 219259 w 331788"/>
                  <a:gd name="connsiteY51" fmla="*/ 28004 h 268288"/>
                  <a:gd name="connsiteX52" fmla="*/ 216633 w 331788"/>
                  <a:gd name="connsiteY52" fmla="*/ 25400 h 268288"/>
                  <a:gd name="connsiteX53" fmla="*/ 200880 w 331788"/>
                  <a:gd name="connsiteY53" fmla="*/ 25400 h 268288"/>
                  <a:gd name="connsiteX54" fmla="*/ 95464 w 331788"/>
                  <a:gd name="connsiteY54" fmla="*/ 0 h 268288"/>
                  <a:gd name="connsiteX55" fmla="*/ 320166 w 331788"/>
                  <a:gd name="connsiteY55" fmla="*/ 0 h 268288"/>
                  <a:gd name="connsiteX56" fmla="*/ 331788 w 331788"/>
                  <a:gd name="connsiteY56" fmla="*/ 12898 h 268288"/>
                  <a:gd name="connsiteX57" fmla="*/ 331788 w 331788"/>
                  <a:gd name="connsiteY57" fmla="*/ 166390 h 268288"/>
                  <a:gd name="connsiteX58" fmla="*/ 320166 w 331788"/>
                  <a:gd name="connsiteY58" fmla="*/ 177999 h 268288"/>
                  <a:gd name="connsiteX59" fmla="*/ 302086 w 331788"/>
                  <a:gd name="connsiteY59" fmla="*/ 177999 h 268288"/>
                  <a:gd name="connsiteX60" fmla="*/ 298212 w 331788"/>
                  <a:gd name="connsiteY60" fmla="*/ 180579 h 268288"/>
                  <a:gd name="connsiteX61" fmla="*/ 265927 w 331788"/>
                  <a:gd name="connsiteY61" fmla="*/ 225723 h 268288"/>
                  <a:gd name="connsiteX62" fmla="*/ 262053 w 331788"/>
                  <a:gd name="connsiteY62" fmla="*/ 227013 h 268288"/>
                  <a:gd name="connsiteX63" fmla="*/ 258179 w 331788"/>
                  <a:gd name="connsiteY63" fmla="*/ 225723 h 268288"/>
                  <a:gd name="connsiteX64" fmla="*/ 227186 w 331788"/>
                  <a:gd name="connsiteY64" fmla="*/ 180579 h 268288"/>
                  <a:gd name="connsiteX65" fmla="*/ 223311 w 331788"/>
                  <a:gd name="connsiteY65" fmla="*/ 177999 h 268288"/>
                  <a:gd name="connsiteX66" fmla="*/ 95464 w 331788"/>
                  <a:gd name="connsiteY66" fmla="*/ 177999 h 268288"/>
                  <a:gd name="connsiteX67" fmla="*/ 82550 w 331788"/>
                  <a:gd name="connsiteY67" fmla="*/ 166390 h 268288"/>
                  <a:gd name="connsiteX68" fmla="*/ 82550 w 331788"/>
                  <a:gd name="connsiteY68" fmla="*/ 12898 h 268288"/>
                  <a:gd name="connsiteX69" fmla="*/ 95464 w 331788"/>
                  <a:gd name="connsiteY69" fmla="*/ 0 h 2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331788" h="268288">
                    <a:moveTo>
                      <a:pt x="9105" y="87313"/>
                    </a:moveTo>
                    <a:cubicBezTo>
                      <a:pt x="9105" y="87313"/>
                      <a:pt x="9105" y="87313"/>
                      <a:pt x="63736" y="87313"/>
                    </a:cubicBezTo>
                    <a:cubicBezTo>
                      <a:pt x="66337" y="87313"/>
                      <a:pt x="67638" y="89880"/>
                      <a:pt x="67638" y="92447"/>
                    </a:cubicBezTo>
                    <a:cubicBezTo>
                      <a:pt x="67638" y="92447"/>
                      <a:pt x="67638" y="92447"/>
                      <a:pt x="67638" y="172025"/>
                    </a:cubicBezTo>
                    <a:cubicBezTo>
                      <a:pt x="67638" y="183576"/>
                      <a:pt x="78044" y="193845"/>
                      <a:pt x="89750" y="193845"/>
                    </a:cubicBezTo>
                    <a:cubicBezTo>
                      <a:pt x="89750" y="193845"/>
                      <a:pt x="89750" y="193845"/>
                      <a:pt x="196410" y="193845"/>
                    </a:cubicBezTo>
                    <a:cubicBezTo>
                      <a:pt x="199012" y="193845"/>
                      <a:pt x="201613" y="195128"/>
                      <a:pt x="201613" y="197695"/>
                    </a:cubicBezTo>
                    <a:cubicBezTo>
                      <a:pt x="201613" y="197695"/>
                      <a:pt x="201613" y="197695"/>
                      <a:pt x="201613" y="220798"/>
                    </a:cubicBezTo>
                    <a:cubicBezTo>
                      <a:pt x="201613" y="225932"/>
                      <a:pt x="197711" y="229783"/>
                      <a:pt x="192508" y="229783"/>
                    </a:cubicBezTo>
                    <a:cubicBezTo>
                      <a:pt x="192508" y="229783"/>
                      <a:pt x="192508" y="229783"/>
                      <a:pt x="88450" y="229783"/>
                    </a:cubicBezTo>
                    <a:cubicBezTo>
                      <a:pt x="87149" y="229783"/>
                      <a:pt x="85848" y="229783"/>
                      <a:pt x="84547" y="231066"/>
                    </a:cubicBezTo>
                    <a:cubicBezTo>
                      <a:pt x="84547" y="231066"/>
                      <a:pt x="84547" y="231066"/>
                      <a:pt x="59834" y="265721"/>
                    </a:cubicBezTo>
                    <a:cubicBezTo>
                      <a:pt x="58533" y="267005"/>
                      <a:pt x="57232" y="268288"/>
                      <a:pt x="55931" y="268288"/>
                    </a:cubicBezTo>
                    <a:cubicBezTo>
                      <a:pt x="54631" y="268288"/>
                      <a:pt x="53330" y="267005"/>
                      <a:pt x="52029" y="265721"/>
                    </a:cubicBezTo>
                    <a:cubicBezTo>
                      <a:pt x="52029" y="265721"/>
                      <a:pt x="52029" y="265721"/>
                      <a:pt x="27315" y="231066"/>
                    </a:cubicBezTo>
                    <a:cubicBezTo>
                      <a:pt x="26015" y="229783"/>
                      <a:pt x="24714" y="229783"/>
                      <a:pt x="23413" y="229783"/>
                    </a:cubicBezTo>
                    <a:cubicBezTo>
                      <a:pt x="23413" y="229783"/>
                      <a:pt x="23413" y="229783"/>
                      <a:pt x="9105" y="229783"/>
                    </a:cubicBezTo>
                    <a:cubicBezTo>
                      <a:pt x="3902" y="229783"/>
                      <a:pt x="0" y="225932"/>
                      <a:pt x="0" y="220798"/>
                    </a:cubicBezTo>
                    <a:cubicBezTo>
                      <a:pt x="0" y="220798"/>
                      <a:pt x="0" y="220798"/>
                      <a:pt x="0" y="96298"/>
                    </a:cubicBezTo>
                    <a:cubicBezTo>
                      <a:pt x="0" y="91164"/>
                      <a:pt x="3902" y="87313"/>
                      <a:pt x="9105" y="87313"/>
                    </a:cubicBezTo>
                    <a:close/>
                    <a:moveTo>
                      <a:pt x="200880" y="25400"/>
                    </a:moveTo>
                    <a:cubicBezTo>
                      <a:pt x="200880" y="25400"/>
                      <a:pt x="199567" y="26702"/>
                      <a:pt x="199567" y="28004"/>
                    </a:cubicBezTo>
                    <a:cubicBezTo>
                      <a:pt x="199567" y="28004"/>
                      <a:pt x="199567" y="28004"/>
                      <a:pt x="199567" y="39723"/>
                    </a:cubicBezTo>
                    <a:cubicBezTo>
                      <a:pt x="186440" y="42328"/>
                      <a:pt x="178563" y="52744"/>
                      <a:pt x="178563" y="64463"/>
                    </a:cubicBezTo>
                    <a:cubicBezTo>
                      <a:pt x="178563" y="85297"/>
                      <a:pt x="196942" y="90506"/>
                      <a:pt x="208757" y="94412"/>
                    </a:cubicBezTo>
                    <a:cubicBezTo>
                      <a:pt x="221884" y="98318"/>
                      <a:pt x="223197" y="99621"/>
                      <a:pt x="223197" y="103527"/>
                    </a:cubicBezTo>
                    <a:cubicBezTo>
                      <a:pt x="223197" y="108735"/>
                      <a:pt x="215320" y="110037"/>
                      <a:pt x="210069" y="110037"/>
                    </a:cubicBezTo>
                    <a:cubicBezTo>
                      <a:pt x="203506" y="110037"/>
                      <a:pt x="196942" y="107433"/>
                      <a:pt x="193004" y="103527"/>
                    </a:cubicBezTo>
                    <a:cubicBezTo>
                      <a:pt x="193004" y="103527"/>
                      <a:pt x="193004" y="103527"/>
                      <a:pt x="189065" y="99621"/>
                    </a:cubicBezTo>
                    <a:cubicBezTo>
                      <a:pt x="189065" y="99621"/>
                      <a:pt x="187753" y="99621"/>
                      <a:pt x="186440" y="99621"/>
                    </a:cubicBezTo>
                    <a:cubicBezTo>
                      <a:pt x="186440" y="99621"/>
                      <a:pt x="186440" y="99621"/>
                      <a:pt x="175938" y="111340"/>
                    </a:cubicBezTo>
                    <a:cubicBezTo>
                      <a:pt x="174625" y="111340"/>
                      <a:pt x="174625" y="111340"/>
                      <a:pt x="174625" y="112642"/>
                    </a:cubicBezTo>
                    <a:cubicBezTo>
                      <a:pt x="174625" y="112642"/>
                      <a:pt x="174625" y="112642"/>
                      <a:pt x="174625" y="113944"/>
                    </a:cubicBezTo>
                    <a:cubicBezTo>
                      <a:pt x="174625" y="113944"/>
                      <a:pt x="174625" y="113944"/>
                      <a:pt x="178563" y="116548"/>
                    </a:cubicBezTo>
                    <a:cubicBezTo>
                      <a:pt x="183814" y="121756"/>
                      <a:pt x="191691" y="126965"/>
                      <a:pt x="199567" y="128267"/>
                    </a:cubicBezTo>
                    <a:cubicBezTo>
                      <a:pt x="199567" y="128267"/>
                      <a:pt x="199567" y="128267"/>
                      <a:pt x="199567" y="139986"/>
                    </a:cubicBezTo>
                    <a:cubicBezTo>
                      <a:pt x="199567" y="141288"/>
                      <a:pt x="200880" y="141288"/>
                      <a:pt x="200880" y="141288"/>
                    </a:cubicBezTo>
                    <a:cubicBezTo>
                      <a:pt x="200880" y="141288"/>
                      <a:pt x="200880" y="141288"/>
                      <a:pt x="216633" y="141288"/>
                    </a:cubicBezTo>
                    <a:cubicBezTo>
                      <a:pt x="217946" y="141288"/>
                      <a:pt x="219259" y="141288"/>
                      <a:pt x="219259" y="139986"/>
                    </a:cubicBezTo>
                    <a:cubicBezTo>
                      <a:pt x="219259" y="139986"/>
                      <a:pt x="219259" y="139986"/>
                      <a:pt x="219259" y="128267"/>
                    </a:cubicBezTo>
                    <a:cubicBezTo>
                      <a:pt x="233699" y="125663"/>
                      <a:pt x="242888" y="116548"/>
                      <a:pt x="242888" y="103527"/>
                    </a:cubicBezTo>
                    <a:cubicBezTo>
                      <a:pt x="242888" y="83995"/>
                      <a:pt x="225822" y="78787"/>
                      <a:pt x="214008" y="74880"/>
                    </a:cubicBezTo>
                    <a:cubicBezTo>
                      <a:pt x="199567" y="70974"/>
                      <a:pt x="198255" y="69672"/>
                      <a:pt x="198255" y="64463"/>
                    </a:cubicBezTo>
                    <a:cubicBezTo>
                      <a:pt x="198255" y="59255"/>
                      <a:pt x="206131" y="56651"/>
                      <a:pt x="211382" y="56651"/>
                    </a:cubicBezTo>
                    <a:cubicBezTo>
                      <a:pt x="216633" y="56651"/>
                      <a:pt x="223197" y="59255"/>
                      <a:pt x="227135" y="60557"/>
                    </a:cubicBezTo>
                    <a:cubicBezTo>
                      <a:pt x="227135" y="60557"/>
                      <a:pt x="227135" y="60557"/>
                      <a:pt x="229761" y="63161"/>
                    </a:cubicBezTo>
                    <a:cubicBezTo>
                      <a:pt x="231073" y="64463"/>
                      <a:pt x="232386" y="64463"/>
                      <a:pt x="233699" y="63161"/>
                    </a:cubicBezTo>
                    <a:cubicBezTo>
                      <a:pt x="233699" y="63161"/>
                      <a:pt x="233699" y="63161"/>
                      <a:pt x="241575" y="50140"/>
                    </a:cubicBezTo>
                    <a:cubicBezTo>
                      <a:pt x="242888" y="48838"/>
                      <a:pt x="241575" y="47536"/>
                      <a:pt x="241575" y="47536"/>
                    </a:cubicBezTo>
                    <a:cubicBezTo>
                      <a:pt x="241575" y="47536"/>
                      <a:pt x="241575" y="47536"/>
                      <a:pt x="237637" y="44932"/>
                    </a:cubicBezTo>
                    <a:cubicBezTo>
                      <a:pt x="232386" y="41025"/>
                      <a:pt x="225822" y="39723"/>
                      <a:pt x="219259" y="38421"/>
                    </a:cubicBezTo>
                    <a:cubicBezTo>
                      <a:pt x="219259" y="38421"/>
                      <a:pt x="219259" y="38421"/>
                      <a:pt x="219259" y="28004"/>
                    </a:cubicBezTo>
                    <a:cubicBezTo>
                      <a:pt x="219259" y="26702"/>
                      <a:pt x="217946" y="25400"/>
                      <a:pt x="216633" y="25400"/>
                    </a:cubicBezTo>
                    <a:cubicBezTo>
                      <a:pt x="216633" y="25400"/>
                      <a:pt x="216633" y="25400"/>
                      <a:pt x="200880" y="25400"/>
                    </a:cubicBezTo>
                    <a:close/>
                    <a:moveTo>
                      <a:pt x="95464" y="0"/>
                    </a:moveTo>
                    <a:cubicBezTo>
                      <a:pt x="95464" y="0"/>
                      <a:pt x="95464" y="0"/>
                      <a:pt x="320166" y="0"/>
                    </a:cubicBezTo>
                    <a:cubicBezTo>
                      <a:pt x="326622" y="0"/>
                      <a:pt x="331788" y="6449"/>
                      <a:pt x="331788" y="12898"/>
                    </a:cubicBezTo>
                    <a:cubicBezTo>
                      <a:pt x="331788" y="12898"/>
                      <a:pt x="331788" y="12898"/>
                      <a:pt x="331788" y="166390"/>
                    </a:cubicBezTo>
                    <a:cubicBezTo>
                      <a:pt x="331788" y="172840"/>
                      <a:pt x="326622" y="177999"/>
                      <a:pt x="320166" y="177999"/>
                    </a:cubicBezTo>
                    <a:cubicBezTo>
                      <a:pt x="320166" y="177999"/>
                      <a:pt x="320166" y="177999"/>
                      <a:pt x="302086" y="177999"/>
                    </a:cubicBezTo>
                    <a:cubicBezTo>
                      <a:pt x="300795" y="177999"/>
                      <a:pt x="299503" y="179289"/>
                      <a:pt x="298212" y="180579"/>
                    </a:cubicBezTo>
                    <a:cubicBezTo>
                      <a:pt x="298212" y="180579"/>
                      <a:pt x="298212" y="180579"/>
                      <a:pt x="265927" y="225723"/>
                    </a:cubicBezTo>
                    <a:cubicBezTo>
                      <a:pt x="265927" y="227013"/>
                      <a:pt x="263344" y="227013"/>
                      <a:pt x="262053" y="227013"/>
                    </a:cubicBezTo>
                    <a:cubicBezTo>
                      <a:pt x="260762" y="227013"/>
                      <a:pt x="259470" y="227013"/>
                      <a:pt x="258179" y="225723"/>
                    </a:cubicBezTo>
                    <a:cubicBezTo>
                      <a:pt x="258179" y="225723"/>
                      <a:pt x="258179" y="225723"/>
                      <a:pt x="227186" y="180579"/>
                    </a:cubicBezTo>
                    <a:cubicBezTo>
                      <a:pt x="225894" y="179289"/>
                      <a:pt x="224603" y="177999"/>
                      <a:pt x="223311" y="177999"/>
                    </a:cubicBezTo>
                    <a:cubicBezTo>
                      <a:pt x="223311" y="177999"/>
                      <a:pt x="223311" y="177999"/>
                      <a:pt x="95464" y="177999"/>
                    </a:cubicBezTo>
                    <a:cubicBezTo>
                      <a:pt x="89007" y="177999"/>
                      <a:pt x="82550" y="172840"/>
                      <a:pt x="82550" y="166390"/>
                    </a:cubicBezTo>
                    <a:cubicBezTo>
                      <a:pt x="82550" y="166390"/>
                      <a:pt x="82550" y="166390"/>
                      <a:pt x="82550" y="12898"/>
                    </a:cubicBezTo>
                    <a:cubicBezTo>
                      <a:pt x="82550" y="6449"/>
                      <a:pt x="89007" y="0"/>
                      <a:pt x="954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p15="http://schemas.microsoft.com/office/powerpoint/2012/main"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48" name="千图PPT彼岸天：ID 8661124库_组合 60">
            <a:extLst>
              <a:ext uri="{FF2B5EF4-FFF2-40B4-BE49-F238E27FC236}">
                <a16:creationId xmlns:a16="http://schemas.microsoft.com/office/drawing/2014/main" xmlns="" id="{F0543B43-0E31-4686-B4BD-7715C568A3D3}"/>
              </a:ext>
            </a:extLst>
          </p:cNvPr>
          <p:cNvGrpSpPr/>
          <p:nvPr>
            <p:custDataLst>
              <p:tags r:id="rId22"/>
            </p:custDataLst>
          </p:nvPr>
        </p:nvGrpSpPr>
        <p:grpSpPr>
          <a:xfrm>
            <a:off x="8139354" y="1630469"/>
            <a:ext cx="3194126" cy="782232"/>
            <a:chOff x="8139354" y="1630469"/>
            <a:chExt cx="3194126" cy="782232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xmlns="" id="{7DAD53CF-7732-49C1-8C2B-B916CE31EEB7}"/>
                </a:ext>
              </a:extLst>
            </p:cNvPr>
            <p:cNvSpPr/>
            <p:nvPr/>
          </p:nvSpPr>
          <p:spPr>
            <a:xfrm>
              <a:off x="8746260" y="1630469"/>
              <a:ext cx="2587220" cy="246221"/>
            </a:xfrm>
            <a:prstGeom prst="rect">
              <a:avLst/>
            </a:prstGeom>
          </p:spPr>
          <p:txBody>
            <a:bodyPr wrap="none" lIns="144000" tIns="0" rIns="144000" bIns="0">
              <a:normAutofit/>
            </a:bodyPr>
            <a:lstStyle/>
            <a:p>
              <a:r>
                <a:rPr lang="zh-CN" altLang="en-US" sz="1600" b="1">
                  <a:solidFill>
                    <a:schemeClr val="accent2"/>
                  </a:solidFill>
                </a:rPr>
                <a:t>输入标题文本</a:t>
              </a: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xmlns="" id="{47860638-1F71-4D11-9C26-3D2B43E53867}"/>
                </a:ext>
              </a:extLst>
            </p:cNvPr>
            <p:cNvSpPr/>
            <p:nvPr/>
          </p:nvSpPr>
          <p:spPr>
            <a:xfrm>
              <a:off x="8746260" y="1876690"/>
              <a:ext cx="2587220" cy="536011"/>
            </a:xfrm>
            <a:prstGeom prst="rect">
              <a:avLst/>
            </a:prstGeom>
          </p:spPr>
          <p:txBody>
            <a:bodyPr wrap="square" lIns="144000" tIns="0" rIns="144000" bIns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>
                  <a:solidFill>
                    <a:schemeClr val="dk1">
                      <a:lumMod val="100000"/>
                    </a:schemeClr>
                  </a:solidFill>
                </a:rPr>
                <a:t>请替换文字内容复制你的内容到此</a:t>
              </a:r>
              <a:br>
                <a:rPr lang="zh-CN" altLang="en-US" sz="1100">
                  <a:solidFill>
                    <a:schemeClr val="dk1">
                      <a:lumMod val="100000"/>
                    </a:schemeClr>
                  </a:solidFill>
                </a:rPr>
              </a:br>
              <a:endParaRPr lang="zh-CN" altLang="en-US" sz="1100">
                <a:solidFill>
                  <a:schemeClr val="dk1">
                    <a:lumMod val="100000"/>
                  </a:schemeClr>
                </a:solidFill>
              </a:endParaRPr>
            </a:p>
          </p:txBody>
        </p: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xmlns="" id="{6004C206-7D50-4EAF-9621-4E81CA43D7B6}"/>
                </a:ext>
              </a:extLst>
            </p:cNvPr>
            <p:cNvGrpSpPr/>
            <p:nvPr/>
          </p:nvGrpSpPr>
          <p:grpSpPr>
            <a:xfrm>
              <a:off x="8139354" y="1653267"/>
              <a:ext cx="489858" cy="489858"/>
              <a:chOff x="7698094" y="1653267"/>
              <a:chExt cx="489858" cy="489858"/>
            </a:xfrm>
          </p:grpSpPr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xmlns="" id="{CADA5EF0-819F-4D58-8B26-F294D75EF34A}"/>
                  </a:ext>
                </a:extLst>
              </p:cNvPr>
              <p:cNvSpPr/>
              <p:nvPr/>
            </p:nvSpPr>
            <p:spPr>
              <a:xfrm>
                <a:off x="7698094" y="1653267"/>
                <a:ext cx="489858" cy="48985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xmlns="" id="{D0968A49-519E-4559-9DA6-F48680AA1894}"/>
                  </a:ext>
                </a:extLst>
              </p:cNvPr>
              <p:cNvSpPr/>
              <p:nvPr/>
            </p:nvSpPr>
            <p:spPr bwMode="auto">
              <a:xfrm>
                <a:off x="7831850" y="1789278"/>
                <a:ext cx="212129" cy="210099"/>
              </a:xfrm>
              <a:custGeom>
                <a:avLst/>
                <a:gdLst>
                  <a:gd name="connsiteX0" fmla="*/ 292147 w 331788"/>
                  <a:gd name="connsiteY0" fmla="*/ 109538 h 328613"/>
                  <a:gd name="connsiteX1" fmla="*/ 327025 w 331788"/>
                  <a:gd name="connsiteY1" fmla="*/ 145621 h 328613"/>
                  <a:gd name="connsiteX2" fmla="*/ 327025 w 331788"/>
                  <a:gd name="connsiteY2" fmla="*/ 229385 h 328613"/>
                  <a:gd name="connsiteX3" fmla="*/ 293438 w 331788"/>
                  <a:gd name="connsiteY3" fmla="*/ 264179 h 328613"/>
                  <a:gd name="connsiteX4" fmla="*/ 252101 w 331788"/>
                  <a:gd name="connsiteY4" fmla="*/ 264179 h 328613"/>
                  <a:gd name="connsiteX5" fmla="*/ 252101 w 331788"/>
                  <a:gd name="connsiteY5" fmla="*/ 319593 h 328613"/>
                  <a:gd name="connsiteX6" fmla="*/ 243059 w 331788"/>
                  <a:gd name="connsiteY6" fmla="*/ 328613 h 328613"/>
                  <a:gd name="connsiteX7" fmla="*/ 205596 w 331788"/>
                  <a:gd name="connsiteY7" fmla="*/ 328613 h 328613"/>
                  <a:gd name="connsiteX8" fmla="*/ 195262 w 331788"/>
                  <a:gd name="connsiteY8" fmla="*/ 319593 h 328613"/>
                  <a:gd name="connsiteX9" fmla="*/ 195262 w 331788"/>
                  <a:gd name="connsiteY9" fmla="*/ 235829 h 328613"/>
                  <a:gd name="connsiteX10" fmla="*/ 224973 w 331788"/>
                  <a:gd name="connsiteY10" fmla="*/ 207478 h 328613"/>
                  <a:gd name="connsiteX11" fmla="*/ 255976 w 331788"/>
                  <a:gd name="connsiteY11" fmla="*/ 207478 h 328613"/>
                  <a:gd name="connsiteX12" fmla="*/ 255976 w 331788"/>
                  <a:gd name="connsiteY12" fmla="*/ 145621 h 328613"/>
                  <a:gd name="connsiteX13" fmla="*/ 292147 w 331788"/>
                  <a:gd name="connsiteY13" fmla="*/ 109538 h 328613"/>
                  <a:gd name="connsiteX14" fmla="*/ 38473 w 331788"/>
                  <a:gd name="connsiteY14" fmla="*/ 109538 h 328613"/>
                  <a:gd name="connsiteX15" fmla="*/ 75079 w 331788"/>
                  <a:gd name="connsiteY15" fmla="*/ 145621 h 328613"/>
                  <a:gd name="connsiteX16" fmla="*/ 75079 w 331788"/>
                  <a:gd name="connsiteY16" fmla="*/ 207478 h 328613"/>
                  <a:gd name="connsiteX17" fmla="*/ 106456 w 331788"/>
                  <a:gd name="connsiteY17" fmla="*/ 207478 h 328613"/>
                  <a:gd name="connsiteX18" fmla="*/ 136525 w 331788"/>
                  <a:gd name="connsiteY18" fmla="*/ 235829 h 328613"/>
                  <a:gd name="connsiteX19" fmla="*/ 136525 w 331788"/>
                  <a:gd name="connsiteY19" fmla="*/ 319593 h 328613"/>
                  <a:gd name="connsiteX20" fmla="*/ 126066 w 331788"/>
                  <a:gd name="connsiteY20" fmla="*/ 328613 h 328613"/>
                  <a:gd name="connsiteX21" fmla="*/ 88153 w 331788"/>
                  <a:gd name="connsiteY21" fmla="*/ 328613 h 328613"/>
                  <a:gd name="connsiteX22" fmla="*/ 79001 w 331788"/>
                  <a:gd name="connsiteY22" fmla="*/ 319593 h 328613"/>
                  <a:gd name="connsiteX23" fmla="*/ 79001 w 331788"/>
                  <a:gd name="connsiteY23" fmla="*/ 264179 h 328613"/>
                  <a:gd name="connsiteX24" fmla="*/ 37166 w 331788"/>
                  <a:gd name="connsiteY24" fmla="*/ 264179 h 328613"/>
                  <a:gd name="connsiteX25" fmla="*/ 3175 w 331788"/>
                  <a:gd name="connsiteY25" fmla="*/ 229385 h 328613"/>
                  <a:gd name="connsiteX26" fmla="*/ 3175 w 331788"/>
                  <a:gd name="connsiteY26" fmla="*/ 145621 h 328613"/>
                  <a:gd name="connsiteX27" fmla="*/ 38473 w 331788"/>
                  <a:gd name="connsiteY27" fmla="*/ 109538 h 328613"/>
                  <a:gd name="connsiteX28" fmla="*/ 160734 w 331788"/>
                  <a:gd name="connsiteY28" fmla="*/ 88900 h 328613"/>
                  <a:gd name="connsiteX29" fmla="*/ 171053 w 331788"/>
                  <a:gd name="connsiteY29" fmla="*/ 88900 h 328613"/>
                  <a:gd name="connsiteX30" fmla="*/ 173633 w 331788"/>
                  <a:gd name="connsiteY30" fmla="*/ 90195 h 328613"/>
                  <a:gd name="connsiteX31" fmla="*/ 174923 w 331788"/>
                  <a:gd name="connsiteY31" fmla="*/ 95375 h 328613"/>
                  <a:gd name="connsiteX32" fmla="*/ 169763 w 331788"/>
                  <a:gd name="connsiteY32" fmla="*/ 103146 h 328613"/>
                  <a:gd name="connsiteX33" fmla="*/ 172343 w 331788"/>
                  <a:gd name="connsiteY33" fmla="*/ 123867 h 328613"/>
                  <a:gd name="connsiteX34" fmla="*/ 167184 w 331788"/>
                  <a:gd name="connsiteY34" fmla="*/ 136818 h 328613"/>
                  <a:gd name="connsiteX35" fmla="*/ 164604 w 331788"/>
                  <a:gd name="connsiteY35" fmla="*/ 136818 h 328613"/>
                  <a:gd name="connsiteX36" fmla="*/ 159444 w 331788"/>
                  <a:gd name="connsiteY36" fmla="*/ 123867 h 328613"/>
                  <a:gd name="connsiteX37" fmla="*/ 162024 w 331788"/>
                  <a:gd name="connsiteY37" fmla="*/ 103146 h 328613"/>
                  <a:gd name="connsiteX38" fmla="*/ 156865 w 331788"/>
                  <a:gd name="connsiteY38" fmla="*/ 95375 h 328613"/>
                  <a:gd name="connsiteX39" fmla="*/ 158155 w 331788"/>
                  <a:gd name="connsiteY39" fmla="*/ 90195 h 328613"/>
                  <a:gd name="connsiteX40" fmla="*/ 160734 w 331788"/>
                  <a:gd name="connsiteY40" fmla="*/ 88900 h 328613"/>
                  <a:gd name="connsiteX41" fmla="*/ 136182 w 331788"/>
                  <a:gd name="connsiteY41" fmla="*/ 88900 h 328613"/>
                  <a:gd name="connsiteX42" fmla="*/ 138766 w 331788"/>
                  <a:gd name="connsiteY42" fmla="*/ 91502 h 328613"/>
                  <a:gd name="connsiteX43" fmla="*/ 165893 w 331788"/>
                  <a:gd name="connsiteY43" fmla="*/ 165652 h 328613"/>
                  <a:gd name="connsiteX44" fmla="*/ 193021 w 331788"/>
                  <a:gd name="connsiteY44" fmla="*/ 91502 h 328613"/>
                  <a:gd name="connsiteX45" fmla="*/ 196897 w 331788"/>
                  <a:gd name="connsiteY45" fmla="*/ 90201 h 328613"/>
                  <a:gd name="connsiteX46" fmla="*/ 208523 w 331788"/>
                  <a:gd name="connsiteY46" fmla="*/ 92802 h 328613"/>
                  <a:gd name="connsiteX47" fmla="*/ 231775 w 331788"/>
                  <a:gd name="connsiteY47" fmla="*/ 125325 h 328613"/>
                  <a:gd name="connsiteX48" fmla="*/ 231775 w 331788"/>
                  <a:gd name="connsiteY48" fmla="*/ 176059 h 328613"/>
                  <a:gd name="connsiteX49" fmla="*/ 226608 w 331788"/>
                  <a:gd name="connsiteY49" fmla="*/ 182563 h 328613"/>
                  <a:gd name="connsiteX50" fmla="*/ 105179 w 331788"/>
                  <a:gd name="connsiteY50" fmla="*/ 182563 h 328613"/>
                  <a:gd name="connsiteX51" fmla="*/ 100012 w 331788"/>
                  <a:gd name="connsiteY51" fmla="*/ 176059 h 328613"/>
                  <a:gd name="connsiteX52" fmla="*/ 100012 w 331788"/>
                  <a:gd name="connsiteY52" fmla="*/ 125325 h 328613"/>
                  <a:gd name="connsiteX53" fmla="*/ 123264 w 331788"/>
                  <a:gd name="connsiteY53" fmla="*/ 92802 h 328613"/>
                  <a:gd name="connsiteX54" fmla="*/ 134890 w 331788"/>
                  <a:gd name="connsiteY54" fmla="*/ 90201 h 328613"/>
                  <a:gd name="connsiteX55" fmla="*/ 136182 w 331788"/>
                  <a:gd name="connsiteY55" fmla="*/ 88900 h 328613"/>
                  <a:gd name="connsiteX56" fmla="*/ 292100 w 331788"/>
                  <a:gd name="connsiteY56" fmla="*/ 19050 h 328613"/>
                  <a:gd name="connsiteX57" fmla="*/ 331788 w 331788"/>
                  <a:gd name="connsiteY57" fmla="*/ 58738 h 328613"/>
                  <a:gd name="connsiteX58" fmla="*/ 292100 w 331788"/>
                  <a:gd name="connsiteY58" fmla="*/ 98426 h 328613"/>
                  <a:gd name="connsiteX59" fmla="*/ 252412 w 331788"/>
                  <a:gd name="connsiteY59" fmla="*/ 58738 h 328613"/>
                  <a:gd name="connsiteX60" fmla="*/ 292100 w 331788"/>
                  <a:gd name="connsiteY60" fmla="*/ 19050 h 328613"/>
                  <a:gd name="connsiteX61" fmla="*/ 39688 w 331788"/>
                  <a:gd name="connsiteY61" fmla="*/ 19050 h 328613"/>
                  <a:gd name="connsiteX62" fmla="*/ 79376 w 331788"/>
                  <a:gd name="connsiteY62" fmla="*/ 58738 h 328613"/>
                  <a:gd name="connsiteX63" fmla="*/ 39688 w 331788"/>
                  <a:gd name="connsiteY63" fmla="*/ 98426 h 328613"/>
                  <a:gd name="connsiteX64" fmla="*/ 0 w 331788"/>
                  <a:gd name="connsiteY64" fmla="*/ 58738 h 328613"/>
                  <a:gd name="connsiteX65" fmla="*/ 39688 w 331788"/>
                  <a:gd name="connsiteY65" fmla="*/ 19050 h 328613"/>
                  <a:gd name="connsiteX66" fmla="*/ 165894 w 331788"/>
                  <a:gd name="connsiteY66" fmla="*/ 0 h 328613"/>
                  <a:gd name="connsiteX67" fmla="*/ 204788 w 331788"/>
                  <a:gd name="connsiteY67" fmla="*/ 39688 h 328613"/>
                  <a:gd name="connsiteX68" fmla="*/ 165894 w 331788"/>
                  <a:gd name="connsiteY68" fmla="*/ 79376 h 328613"/>
                  <a:gd name="connsiteX69" fmla="*/ 127000 w 331788"/>
                  <a:gd name="connsiteY69" fmla="*/ 39688 h 328613"/>
                  <a:gd name="connsiteX70" fmla="*/ 165894 w 331788"/>
                  <a:gd name="connsiteY70" fmla="*/ 0 h 328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331788" h="328613">
                    <a:moveTo>
                      <a:pt x="292147" y="109538"/>
                    </a:moveTo>
                    <a:cubicBezTo>
                      <a:pt x="311524" y="109538"/>
                      <a:pt x="327025" y="126291"/>
                      <a:pt x="327025" y="145621"/>
                    </a:cubicBezTo>
                    <a:cubicBezTo>
                      <a:pt x="327025" y="145621"/>
                      <a:pt x="327025" y="145621"/>
                      <a:pt x="327025" y="229385"/>
                    </a:cubicBezTo>
                    <a:cubicBezTo>
                      <a:pt x="327025" y="248715"/>
                      <a:pt x="311524" y="264179"/>
                      <a:pt x="293438" y="264179"/>
                    </a:cubicBezTo>
                    <a:cubicBezTo>
                      <a:pt x="293438" y="264179"/>
                      <a:pt x="293438" y="264179"/>
                      <a:pt x="252101" y="264179"/>
                    </a:cubicBezTo>
                    <a:cubicBezTo>
                      <a:pt x="252101" y="264179"/>
                      <a:pt x="252101" y="264179"/>
                      <a:pt x="252101" y="319593"/>
                    </a:cubicBezTo>
                    <a:cubicBezTo>
                      <a:pt x="252101" y="324747"/>
                      <a:pt x="248226" y="328613"/>
                      <a:pt x="243059" y="328613"/>
                    </a:cubicBezTo>
                    <a:cubicBezTo>
                      <a:pt x="243059" y="328613"/>
                      <a:pt x="243059" y="328613"/>
                      <a:pt x="205596" y="328613"/>
                    </a:cubicBezTo>
                    <a:cubicBezTo>
                      <a:pt x="199138" y="328613"/>
                      <a:pt x="195262" y="324747"/>
                      <a:pt x="195262" y="319593"/>
                    </a:cubicBezTo>
                    <a:cubicBezTo>
                      <a:pt x="195262" y="319593"/>
                      <a:pt x="195262" y="319593"/>
                      <a:pt x="195262" y="235829"/>
                    </a:cubicBezTo>
                    <a:cubicBezTo>
                      <a:pt x="195262" y="220364"/>
                      <a:pt x="208180" y="207478"/>
                      <a:pt x="224973" y="207478"/>
                    </a:cubicBezTo>
                    <a:cubicBezTo>
                      <a:pt x="224973" y="207478"/>
                      <a:pt x="224973" y="207478"/>
                      <a:pt x="255976" y="207478"/>
                    </a:cubicBezTo>
                    <a:cubicBezTo>
                      <a:pt x="255976" y="207478"/>
                      <a:pt x="255976" y="207478"/>
                      <a:pt x="255976" y="145621"/>
                    </a:cubicBezTo>
                    <a:cubicBezTo>
                      <a:pt x="255976" y="126291"/>
                      <a:pt x="271478" y="109538"/>
                      <a:pt x="292147" y="109538"/>
                    </a:cubicBezTo>
                    <a:close/>
                    <a:moveTo>
                      <a:pt x="38473" y="109538"/>
                    </a:moveTo>
                    <a:cubicBezTo>
                      <a:pt x="59391" y="109538"/>
                      <a:pt x="75079" y="126291"/>
                      <a:pt x="75079" y="145621"/>
                    </a:cubicBezTo>
                    <a:cubicBezTo>
                      <a:pt x="75079" y="145621"/>
                      <a:pt x="75079" y="145621"/>
                      <a:pt x="75079" y="207478"/>
                    </a:cubicBezTo>
                    <a:cubicBezTo>
                      <a:pt x="75079" y="207478"/>
                      <a:pt x="75079" y="207478"/>
                      <a:pt x="106456" y="207478"/>
                    </a:cubicBezTo>
                    <a:cubicBezTo>
                      <a:pt x="123451" y="207478"/>
                      <a:pt x="136525" y="220364"/>
                      <a:pt x="136525" y="235829"/>
                    </a:cubicBezTo>
                    <a:cubicBezTo>
                      <a:pt x="136525" y="235829"/>
                      <a:pt x="136525" y="235829"/>
                      <a:pt x="136525" y="319593"/>
                    </a:cubicBezTo>
                    <a:cubicBezTo>
                      <a:pt x="136525" y="324747"/>
                      <a:pt x="132603" y="328613"/>
                      <a:pt x="126066" y="328613"/>
                    </a:cubicBezTo>
                    <a:cubicBezTo>
                      <a:pt x="126066" y="328613"/>
                      <a:pt x="126066" y="328613"/>
                      <a:pt x="88153" y="328613"/>
                    </a:cubicBezTo>
                    <a:cubicBezTo>
                      <a:pt x="82923" y="328613"/>
                      <a:pt x="79001" y="324747"/>
                      <a:pt x="79001" y="319593"/>
                    </a:cubicBezTo>
                    <a:cubicBezTo>
                      <a:pt x="79001" y="319593"/>
                      <a:pt x="79001" y="319593"/>
                      <a:pt x="79001" y="264179"/>
                    </a:cubicBezTo>
                    <a:cubicBezTo>
                      <a:pt x="79001" y="264179"/>
                      <a:pt x="79001" y="264179"/>
                      <a:pt x="37166" y="264179"/>
                    </a:cubicBezTo>
                    <a:cubicBezTo>
                      <a:pt x="18863" y="264179"/>
                      <a:pt x="3175" y="248715"/>
                      <a:pt x="3175" y="229385"/>
                    </a:cubicBezTo>
                    <a:cubicBezTo>
                      <a:pt x="3175" y="229385"/>
                      <a:pt x="3175" y="229385"/>
                      <a:pt x="3175" y="145621"/>
                    </a:cubicBezTo>
                    <a:cubicBezTo>
                      <a:pt x="3175" y="126291"/>
                      <a:pt x="18863" y="109538"/>
                      <a:pt x="38473" y="109538"/>
                    </a:cubicBezTo>
                    <a:close/>
                    <a:moveTo>
                      <a:pt x="160734" y="88900"/>
                    </a:moveTo>
                    <a:cubicBezTo>
                      <a:pt x="160734" y="88900"/>
                      <a:pt x="160734" y="88900"/>
                      <a:pt x="171053" y="88900"/>
                    </a:cubicBezTo>
                    <a:cubicBezTo>
                      <a:pt x="172343" y="88900"/>
                      <a:pt x="173633" y="90195"/>
                      <a:pt x="173633" y="90195"/>
                    </a:cubicBezTo>
                    <a:cubicBezTo>
                      <a:pt x="174923" y="92785"/>
                      <a:pt x="176213" y="94080"/>
                      <a:pt x="174923" y="95375"/>
                    </a:cubicBezTo>
                    <a:cubicBezTo>
                      <a:pt x="174923" y="95375"/>
                      <a:pt x="174923" y="95375"/>
                      <a:pt x="169763" y="103146"/>
                    </a:cubicBezTo>
                    <a:cubicBezTo>
                      <a:pt x="169763" y="103146"/>
                      <a:pt x="169763" y="103146"/>
                      <a:pt x="172343" y="123867"/>
                    </a:cubicBezTo>
                    <a:cubicBezTo>
                      <a:pt x="172343" y="123867"/>
                      <a:pt x="172343" y="123867"/>
                      <a:pt x="167184" y="136818"/>
                    </a:cubicBezTo>
                    <a:cubicBezTo>
                      <a:pt x="167184" y="138113"/>
                      <a:pt x="164604" y="138113"/>
                      <a:pt x="164604" y="136818"/>
                    </a:cubicBezTo>
                    <a:cubicBezTo>
                      <a:pt x="164604" y="136818"/>
                      <a:pt x="164604" y="136818"/>
                      <a:pt x="159444" y="123867"/>
                    </a:cubicBezTo>
                    <a:cubicBezTo>
                      <a:pt x="159444" y="123867"/>
                      <a:pt x="159444" y="123867"/>
                      <a:pt x="162024" y="103146"/>
                    </a:cubicBezTo>
                    <a:cubicBezTo>
                      <a:pt x="162024" y="103146"/>
                      <a:pt x="162024" y="103146"/>
                      <a:pt x="156865" y="95375"/>
                    </a:cubicBezTo>
                    <a:cubicBezTo>
                      <a:pt x="155575" y="94080"/>
                      <a:pt x="156865" y="92785"/>
                      <a:pt x="158155" y="90195"/>
                    </a:cubicBezTo>
                    <a:cubicBezTo>
                      <a:pt x="158155" y="90195"/>
                      <a:pt x="159444" y="88900"/>
                      <a:pt x="160734" y="88900"/>
                    </a:cubicBezTo>
                    <a:close/>
                    <a:moveTo>
                      <a:pt x="136182" y="88900"/>
                    </a:moveTo>
                    <a:cubicBezTo>
                      <a:pt x="137474" y="88900"/>
                      <a:pt x="138766" y="90201"/>
                      <a:pt x="138766" y="91502"/>
                    </a:cubicBezTo>
                    <a:cubicBezTo>
                      <a:pt x="138766" y="91502"/>
                      <a:pt x="138766" y="91502"/>
                      <a:pt x="165893" y="165652"/>
                    </a:cubicBezTo>
                    <a:cubicBezTo>
                      <a:pt x="165893" y="165652"/>
                      <a:pt x="165893" y="165652"/>
                      <a:pt x="193021" y="91502"/>
                    </a:cubicBezTo>
                    <a:cubicBezTo>
                      <a:pt x="193021" y="90201"/>
                      <a:pt x="195605" y="88900"/>
                      <a:pt x="196897" y="90201"/>
                    </a:cubicBezTo>
                    <a:cubicBezTo>
                      <a:pt x="196897" y="90201"/>
                      <a:pt x="196897" y="90201"/>
                      <a:pt x="208523" y="92802"/>
                    </a:cubicBezTo>
                    <a:cubicBezTo>
                      <a:pt x="222733" y="98006"/>
                      <a:pt x="231775" y="111015"/>
                      <a:pt x="231775" y="125325"/>
                    </a:cubicBezTo>
                    <a:cubicBezTo>
                      <a:pt x="231775" y="125325"/>
                      <a:pt x="231775" y="125325"/>
                      <a:pt x="231775" y="176059"/>
                    </a:cubicBezTo>
                    <a:cubicBezTo>
                      <a:pt x="231775" y="179961"/>
                      <a:pt x="229192" y="182563"/>
                      <a:pt x="226608" y="182563"/>
                    </a:cubicBezTo>
                    <a:cubicBezTo>
                      <a:pt x="226608" y="182563"/>
                      <a:pt x="226608" y="182563"/>
                      <a:pt x="105179" y="182563"/>
                    </a:cubicBezTo>
                    <a:cubicBezTo>
                      <a:pt x="102595" y="182563"/>
                      <a:pt x="100012" y="179961"/>
                      <a:pt x="100012" y="176059"/>
                    </a:cubicBezTo>
                    <a:cubicBezTo>
                      <a:pt x="100012" y="176059"/>
                      <a:pt x="100012" y="176059"/>
                      <a:pt x="100012" y="125325"/>
                    </a:cubicBezTo>
                    <a:cubicBezTo>
                      <a:pt x="100012" y="111015"/>
                      <a:pt x="109054" y="98006"/>
                      <a:pt x="123264" y="92802"/>
                    </a:cubicBezTo>
                    <a:cubicBezTo>
                      <a:pt x="123264" y="92802"/>
                      <a:pt x="123264" y="92802"/>
                      <a:pt x="134890" y="90201"/>
                    </a:cubicBezTo>
                    <a:cubicBezTo>
                      <a:pt x="134890" y="88900"/>
                      <a:pt x="134890" y="88900"/>
                      <a:pt x="136182" y="88900"/>
                    </a:cubicBezTo>
                    <a:close/>
                    <a:moveTo>
                      <a:pt x="292100" y="19050"/>
                    </a:moveTo>
                    <a:cubicBezTo>
                      <a:pt x="314019" y="19050"/>
                      <a:pt x="331788" y="36819"/>
                      <a:pt x="331788" y="58738"/>
                    </a:cubicBezTo>
                    <a:cubicBezTo>
                      <a:pt x="331788" y="80657"/>
                      <a:pt x="314019" y="98426"/>
                      <a:pt x="292100" y="98426"/>
                    </a:cubicBezTo>
                    <a:cubicBezTo>
                      <a:pt x="270181" y="98426"/>
                      <a:pt x="252412" y="80657"/>
                      <a:pt x="252412" y="58738"/>
                    </a:cubicBezTo>
                    <a:cubicBezTo>
                      <a:pt x="252412" y="36819"/>
                      <a:pt x="270181" y="19050"/>
                      <a:pt x="292100" y="19050"/>
                    </a:cubicBezTo>
                    <a:close/>
                    <a:moveTo>
                      <a:pt x="39688" y="19050"/>
                    </a:moveTo>
                    <a:cubicBezTo>
                      <a:pt x="61607" y="19050"/>
                      <a:pt x="79376" y="36819"/>
                      <a:pt x="79376" y="58738"/>
                    </a:cubicBezTo>
                    <a:cubicBezTo>
                      <a:pt x="79376" y="80657"/>
                      <a:pt x="61607" y="98426"/>
                      <a:pt x="39688" y="98426"/>
                    </a:cubicBezTo>
                    <a:cubicBezTo>
                      <a:pt x="17769" y="98426"/>
                      <a:pt x="0" y="80657"/>
                      <a:pt x="0" y="58738"/>
                    </a:cubicBezTo>
                    <a:cubicBezTo>
                      <a:pt x="0" y="36819"/>
                      <a:pt x="17769" y="19050"/>
                      <a:pt x="39688" y="19050"/>
                    </a:cubicBezTo>
                    <a:close/>
                    <a:moveTo>
                      <a:pt x="165894" y="0"/>
                    </a:moveTo>
                    <a:cubicBezTo>
                      <a:pt x="187375" y="0"/>
                      <a:pt x="204788" y="17769"/>
                      <a:pt x="204788" y="39688"/>
                    </a:cubicBezTo>
                    <a:cubicBezTo>
                      <a:pt x="204788" y="61607"/>
                      <a:pt x="187375" y="79376"/>
                      <a:pt x="165894" y="79376"/>
                    </a:cubicBezTo>
                    <a:cubicBezTo>
                      <a:pt x="144413" y="79376"/>
                      <a:pt x="127000" y="61607"/>
                      <a:pt x="127000" y="39688"/>
                    </a:cubicBezTo>
                    <a:cubicBezTo>
                      <a:pt x="127000" y="17769"/>
                      <a:pt x="144413" y="0"/>
                      <a:pt x="1658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p15="http://schemas.microsoft.com/office/powerpoint/2012/main"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54" name="千图PPT彼岸天：ID 8661124库_组合 1">
            <a:extLst>
              <a:ext uri="{FF2B5EF4-FFF2-40B4-BE49-F238E27FC236}">
                <a16:creationId xmlns:a16="http://schemas.microsoft.com/office/drawing/2014/main" xmlns="" id="{0BC07756-B85A-426C-8F61-BEC3ECFA3B3B}"/>
              </a:ext>
            </a:extLst>
          </p:cNvPr>
          <p:cNvGrpSpPr/>
          <p:nvPr>
            <p:custDataLst>
              <p:tags r:id="rId23"/>
            </p:custDataLst>
          </p:nvPr>
        </p:nvGrpSpPr>
        <p:grpSpPr>
          <a:xfrm>
            <a:off x="858520" y="1630469"/>
            <a:ext cx="3209345" cy="782232"/>
            <a:chOff x="858520" y="1630469"/>
            <a:chExt cx="3209345" cy="782232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xmlns="" id="{B44573D9-E550-42EF-A5F7-72E891BE8AE3}"/>
                </a:ext>
              </a:extLst>
            </p:cNvPr>
            <p:cNvSpPr/>
            <p:nvPr/>
          </p:nvSpPr>
          <p:spPr>
            <a:xfrm>
              <a:off x="858520" y="1630469"/>
              <a:ext cx="2587220" cy="246221"/>
            </a:xfrm>
            <a:prstGeom prst="rect">
              <a:avLst/>
            </a:prstGeom>
          </p:spPr>
          <p:txBody>
            <a:bodyPr wrap="none" lIns="144000" tIns="0" rIns="144000" bIns="0">
              <a:normAutofit/>
            </a:bodyPr>
            <a:lstStyle/>
            <a:p>
              <a:pPr algn="r"/>
              <a:r>
                <a:rPr lang="zh-CN" altLang="en-US" sz="1600" b="1">
                  <a:solidFill>
                    <a:schemeClr val="accent1"/>
                  </a:solidFill>
                </a:rPr>
                <a:t>输入标题文本</a:t>
              </a: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xmlns="" id="{5E849F0E-E81C-4C6B-ACAB-EE6492FD0C37}"/>
                </a:ext>
              </a:extLst>
            </p:cNvPr>
            <p:cNvSpPr/>
            <p:nvPr/>
          </p:nvSpPr>
          <p:spPr>
            <a:xfrm>
              <a:off x="858520" y="1876690"/>
              <a:ext cx="2587220" cy="536011"/>
            </a:xfrm>
            <a:prstGeom prst="rect">
              <a:avLst/>
            </a:prstGeom>
          </p:spPr>
          <p:txBody>
            <a:bodyPr wrap="square" lIns="144000" tIns="0" rIns="144000" bIns="0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100">
                  <a:solidFill>
                    <a:schemeClr val="dk1">
                      <a:lumMod val="100000"/>
                    </a:schemeClr>
                  </a:solidFill>
                </a:rPr>
                <a:t>请替换文字内容复制你的内容到此</a:t>
              </a:r>
              <a:br>
                <a:rPr lang="zh-CN" altLang="en-US" sz="1100">
                  <a:solidFill>
                    <a:schemeClr val="dk1">
                      <a:lumMod val="100000"/>
                    </a:schemeClr>
                  </a:solidFill>
                </a:rPr>
              </a:br>
              <a:endParaRPr lang="zh-CN" altLang="en-US" sz="1100">
                <a:solidFill>
                  <a:schemeClr val="dk1">
                    <a:lumMod val="100000"/>
                  </a:schemeClr>
                </a:solidFill>
              </a:endParaRPr>
            </a:p>
          </p:txBody>
        </p: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xmlns="" id="{68BA1881-B19A-451C-AFA9-EA3E610CAB04}"/>
                </a:ext>
              </a:extLst>
            </p:cNvPr>
            <p:cNvGrpSpPr/>
            <p:nvPr/>
          </p:nvGrpSpPr>
          <p:grpSpPr>
            <a:xfrm>
              <a:off x="3578007" y="1653267"/>
              <a:ext cx="489858" cy="489858"/>
              <a:chOff x="1363763" y="1653267"/>
              <a:chExt cx="489858" cy="489858"/>
            </a:xfrm>
          </p:grpSpPr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xmlns="" id="{99C85F94-5046-4002-ABC6-9B985E997BAB}"/>
                  </a:ext>
                </a:extLst>
              </p:cNvPr>
              <p:cNvSpPr/>
              <p:nvPr/>
            </p:nvSpPr>
            <p:spPr>
              <a:xfrm>
                <a:off x="1363763" y="1653267"/>
                <a:ext cx="489858" cy="48985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xmlns="" id="{6E7AF9A3-A2D5-4A59-8A4F-7FDABC38B70E}"/>
                  </a:ext>
                </a:extLst>
              </p:cNvPr>
              <p:cNvSpPr/>
              <p:nvPr/>
            </p:nvSpPr>
            <p:spPr bwMode="auto">
              <a:xfrm>
                <a:off x="1518705" y="1804342"/>
                <a:ext cx="179973" cy="179973"/>
              </a:xfrm>
              <a:custGeom>
                <a:avLst/>
                <a:gdLst>
                  <a:gd name="connsiteX0" fmla="*/ 221853 w 338138"/>
                  <a:gd name="connsiteY0" fmla="*/ 169862 h 338138"/>
                  <a:gd name="connsiteX1" fmla="*/ 243284 w 338138"/>
                  <a:gd name="connsiteY1" fmla="*/ 169862 h 338138"/>
                  <a:gd name="connsiteX2" fmla="*/ 254000 w 338138"/>
                  <a:gd name="connsiteY2" fmla="*/ 180379 h 338138"/>
                  <a:gd name="connsiteX3" fmla="*/ 254000 w 338138"/>
                  <a:gd name="connsiteY3" fmla="*/ 243483 h 338138"/>
                  <a:gd name="connsiteX4" fmla="*/ 243284 w 338138"/>
                  <a:gd name="connsiteY4" fmla="*/ 254000 h 338138"/>
                  <a:gd name="connsiteX5" fmla="*/ 221853 w 338138"/>
                  <a:gd name="connsiteY5" fmla="*/ 254000 h 338138"/>
                  <a:gd name="connsiteX6" fmla="*/ 211137 w 338138"/>
                  <a:gd name="connsiteY6" fmla="*/ 243483 h 338138"/>
                  <a:gd name="connsiteX7" fmla="*/ 211137 w 338138"/>
                  <a:gd name="connsiteY7" fmla="*/ 180379 h 338138"/>
                  <a:gd name="connsiteX8" fmla="*/ 221853 w 338138"/>
                  <a:gd name="connsiteY8" fmla="*/ 169862 h 338138"/>
                  <a:gd name="connsiteX9" fmla="*/ 94853 w 338138"/>
                  <a:gd name="connsiteY9" fmla="*/ 127000 h 338138"/>
                  <a:gd name="connsiteX10" fmla="*/ 116284 w 338138"/>
                  <a:gd name="connsiteY10" fmla="*/ 127000 h 338138"/>
                  <a:gd name="connsiteX11" fmla="*/ 127000 w 338138"/>
                  <a:gd name="connsiteY11" fmla="*/ 137583 h 338138"/>
                  <a:gd name="connsiteX12" fmla="*/ 127000 w 338138"/>
                  <a:gd name="connsiteY12" fmla="*/ 243417 h 338138"/>
                  <a:gd name="connsiteX13" fmla="*/ 116284 w 338138"/>
                  <a:gd name="connsiteY13" fmla="*/ 254000 h 338138"/>
                  <a:gd name="connsiteX14" fmla="*/ 94853 w 338138"/>
                  <a:gd name="connsiteY14" fmla="*/ 254000 h 338138"/>
                  <a:gd name="connsiteX15" fmla="*/ 84137 w 338138"/>
                  <a:gd name="connsiteY15" fmla="*/ 243417 h 338138"/>
                  <a:gd name="connsiteX16" fmla="*/ 84137 w 338138"/>
                  <a:gd name="connsiteY16" fmla="*/ 137583 h 338138"/>
                  <a:gd name="connsiteX17" fmla="*/ 94853 w 338138"/>
                  <a:gd name="connsiteY17" fmla="*/ 127000 h 338138"/>
                  <a:gd name="connsiteX18" fmla="*/ 285353 w 338138"/>
                  <a:gd name="connsiteY18" fmla="*/ 85725 h 338138"/>
                  <a:gd name="connsiteX19" fmla="*/ 306784 w 338138"/>
                  <a:gd name="connsiteY19" fmla="*/ 85725 h 338138"/>
                  <a:gd name="connsiteX20" fmla="*/ 317500 w 338138"/>
                  <a:gd name="connsiteY20" fmla="*/ 96242 h 338138"/>
                  <a:gd name="connsiteX21" fmla="*/ 317500 w 338138"/>
                  <a:gd name="connsiteY21" fmla="*/ 243483 h 338138"/>
                  <a:gd name="connsiteX22" fmla="*/ 306784 w 338138"/>
                  <a:gd name="connsiteY22" fmla="*/ 254000 h 338138"/>
                  <a:gd name="connsiteX23" fmla="*/ 285353 w 338138"/>
                  <a:gd name="connsiteY23" fmla="*/ 254000 h 338138"/>
                  <a:gd name="connsiteX24" fmla="*/ 274637 w 338138"/>
                  <a:gd name="connsiteY24" fmla="*/ 243483 h 338138"/>
                  <a:gd name="connsiteX25" fmla="*/ 274637 w 338138"/>
                  <a:gd name="connsiteY25" fmla="*/ 96242 h 338138"/>
                  <a:gd name="connsiteX26" fmla="*/ 285353 w 338138"/>
                  <a:gd name="connsiteY26" fmla="*/ 85725 h 338138"/>
                  <a:gd name="connsiteX27" fmla="*/ 158353 w 338138"/>
                  <a:gd name="connsiteY27" fmla="*/ 42862 h 338138"/>
                  <a:gd name="connsiteX28" fmla="*/ 179784 w 338138"/>
                  <a:gd name="connsiteY28" fmla="*/ 42862 h 338138"/>
                  <a:gd name="connsiteX29" fmla="*/ 190500 w 338138"/>
                  <a:gd name="connsiteY29" fmla="*/ 53419 h 338138"/>
                  <a:gd name="connsiteX30" fmla="*/ 190500 w 338138"/>
                  <a:gd name="connsiteY30" fmla="*/ 243443 h 338138"/>
                  <a:gd name="connsiteX31" fmla="*/ 179784 w 338138"/>
                  <a:gd name="connsiteY31" fmla="*/ 254000 h 338138"/>
                  <a:gd name="connsiteX32" fmla="*/ 158353 w 338138"/>
                  <a:gd name="connsiteY32" fmla="*/ 254000 h 338138"/>
                  <a:gd name="connsiteX33" fmla="*/ 147637 w 338138"/>
                  <a:gd name="connsiteY33" fmla="*/ 243443 h 338138"/>
                  <a:gd name="connsiteX34" fmla="*/ 147637 w 338138"/>
                  <a:gd name="connsiteY34" fmla="*/ 53419 h 338138"/>
                  <a:gd name="connsiteX35" fmla="*/ 158353 w 338138"/>
                  <a:gd name="connsiteY35" fmla="*/ 42862 h 338138"/>
                  <a:gd name="connsiteX36" fmla="*/ 0 w 338138"/>
                  <a:gd name="connsiteY36" fmla="*/ 0 h 338138"/>
                  <a:gd name="connsiteX37" fmla="*/ 42267 w 338138"/>
                  <a:gd name="connsiteY37" fmla="*/ 0 h 338138"/>
                  <a:gd name="connsiteX38" fmla="*/ 42267 w 338138"/>
                  <a:gd name="connsiteY38" fmla="*/ 295871 h 338138"/>
                  <a:gd name="connsiteX39" fmla="*/ 338138 w 338138"/>
                  <a:gd name="connsiteY39" fmla="*/ 295871 h 338138"/>
                  <a:gd name="connsiteX40" fmla="*/ 338138 w 338138"/>
                  <a:gd name="connsiteY40" fmla="*/ 338138 h 338138"/>
                  <a:gd name="connsiteX41" fmla="*/ 21133 w 338138"/>
                  <a:gd name="connsiteY41" fmla="*/ 338138 h 338138"/>
                  <a:gd name="connsiteX42" fmla="*/ 0 w 338138"/>
                  <a:gd name="connsiteY42" fmla="*/ 317005 h 338138"/>
                  <a:gd name="connsiteX43" fmla="*/ 0 w 338138"/>
                  <a:gd name="connsiteY43" fmla="*/ 0 h 338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338138" h="338138">
                    <a:moveTo>
                      <a:pt x="221853" y="169862"/>
                    </a:moveTo>
                    <a:cubicBezTo>
                      <a:pt x="221853" y="169862"/>
                      <a:pt x="221853" y="169862"/>
                      <a:pt x="243284" y="169862"/>
                    </a:cubicBezTo>
                    <a:cubicBezTo>
                      <a:pt x="248642" y="169862"/>
                      <a:pt x="254000" y="175121"/>
                      <a:pt x="254000" y="180379"/>
                    </a:cubicBezTo>
                    <a:cubicBezTo>
                      <a:pt x="254000" y="180379"/>
                      <a:pt x="254000" y="180379"/>
                      <a:pt x="254000" y="243483"/>
                    </a:cubicBezTo>
                    <a:cubicBezTo>
                      <a:pt x="254000" y="248742"/>
                      <a:pt x="248642" y="254000"/>
                      <a:pt x="243284" y="254000"/>
                    </a:cubicBezTo>
                    <a:cubicBezTo>
                      <a:pt x="243284" y="254000"/>
                      <a:pt x="243284" y="254000"/>
                      <a:pt x="221853" y="254000"/>
                    </a:cubicBezTo>
                    <a:cubicBezTo>
                      <a:pt x="216495" y="254000"/>
                      <a:pt x="211137" y="248742"/>
                      <a:pt x="211137" y="243483"/>
                    </a:cubicBezTo>
                    <a:cubicBezTo>
                      <a:pt x="211137" y="243483"/>
                      <a:pt x="211137" y="243483"/>
                      <a:pt x="211137" y="180379"/>
                    </a:cubicBezTo>
                    <a:cubicBezTo>
                      <a:pt x="211137" y="175121"/>
                      <a:pt x="216495" y="169862"/>
                      <a:pt x="221853" y="169862"/>
                    </a:cubicBezTo>
                    <a:close/>
                    <a:moveTo>
                      <a:pt x="94853" y="127000"/>
                    </a:moveTo>
                    <a:cubicBezTo>
                      <a:pt x="94853" y="127000"/>
                      <a:pt x="94853" y="127000"/>
                      <a:pt x="116284" y="127000"/>
                    </a:cubicBezTo>
                    <a:cubicBezTo>
                      <a:pt x="121642" y="127000"/>
                      <a:pt x="127000" y="132292"/>
                      <a:pt x="127000" y="137583"/>
                    </a:cubicBezTo>
                    <a:cubicBezTo>
                      <a:pt x="127000" y="137583"/>
                      <a:pt x="127000" y="137583"/>
                      <a:pt x="127000" y="243417"/>
                    </a:cubicBezTo>
                    <a:cubicBezTo>
                      <a:pt x="127000" y="248708"/>
                      <a:pt x="121642" y="254000"/>
                      <a:pt x="116284" y="254000"/>
                    </a:cubicBezTo>
                    <a:cubicBezTo>
                      <a:pt x="116284" y="254000"/>
                      <a:pt x="116284" y="254000"/>
                      <a:pt x="94853" y="254000"/>
                    </a:cubicBezTo>
                    <a:cubicBezTo>
                      <a:pt x="89495" y="254000"/>
                      <a:pt x="84137" y="248708"/>
                      <a:pt x="84137" y="243417"/>
                    </a:cubicBezTo>
                    <a:cubicBezTo>
                      <a:pt x="84137" y="243417"/>
                      <a:pt x="84137" y="243417"/>
                      <a:pt x="84137" y="137583"/>
                    </a:cubicBezTo>
                    <a:cubicBezTo>
                      <a:pt x="84137" y="132292"/>
                      <a:pt x="89495" y="127000"/>
                      <a:pt x="94853" y="127000"/>
                    </a:cubicBezTo>
                    <a:close/>
                    <a:moveTo>
                      <a:pt x="285353" y="85725"/>
                    </a:moveTo>
                    <a:cubicBezTo>
                      <a:pt x="285353" y="85725"/>
                      <a:pt x="285353" y="85725"/>
                      <a:pt x="306784" y="85725"/>
                    </a:cubicBezTo>
                    <a:cubicBezTo>
                      <a:pt x="312142" y="85725"/>
                      <a:pt x="317500" y="90984"/>
                      <a:pt x="317500" y="96242"/>
                    </a:cubicBezTo>
                    <a:cubicBezTo>
                      <a:pt x="317500" y="96242"/>
                      <a:pt x="317500" y="96242"/>
                      <a:pt x="317500" y="243483"/>
                    </a:cubicBezTo>
                    <a:cubicBezTo>
                      <a:pt x="317500" y="248742"/>
                      <a:pt x="312142" y="254000"/>
                      <a:pt x="306784" y="254000"/>
                    </a:cubicBezTo>
                    <a:cubicBezTo>
                      <a:pt x="306784" y="254000"/>
                      <a:pt x="306784" y="254000"/>
                      <a:pt x="285353" y="254000"/>
                    </a:cubicBezTo>
                    <a:cubicBezTo>
                      <a:pt x="279995" y="254000"/>
                      <a:pt x="274637" y="248742"/>
                      <a:pt x="274637" y="243483"/>
                    </a:cubicBezTo>
                    <a:cubicBezTo>
                      <a:pt x="274637" y="243483"/>
                      <a:pt x="274637" y="243483"/>
                      <a:pt x="274637" y="96242"/>
                    </a:cubicBezTo>
                    <a:cubicBezTo>
                      <a:pt x="274637" y="90984"/>
                      <a:pt x="279995" y="85725"/>
                      <a:pt x="285353" y="85725"/>
                    </a:cubicBezTo>
                    <a:close/>
                    <a:moveTo>
                      <a:pt x="158353" y="42862"/>
                    </a:moveTo>
                    <a:cubicBezTo>
                      <a:pt x="158353" y="42862"/>
                      <a:pt x="158353" y="42862"/>
                      <a:pt x="179784" y="42862"/>
                    </a:cubicBezTo>
                    <a:cubicBezTo>
                      <a:pt x="185142" y="42862"/>
                      <a:pt x="190500" y="48140"/>
                      <a:pt x="190500" y="53419"/>
                    </a:cubicBezTo>
                    <a:cubicBezTo>
                      <a:pt x="190500" y="53419"/>
                      <a:pt x="190500" y="53419"/>
                      <a:pt x="190500" y="243443"/>
                    </a:cubicBezTo>
                    <a:cubicBezTo>
                      <a:pt x="190500" y="248722"/>
                      <a:pt x="185142" y="254000"/>
                      <a:pt x="179784" y="254000"/>
                    </a:cubicBezTo>
                    <a:cubicBezTo>
                      <a:pt x="179784" y="254000"/>
                      <a:pt x="179784" y="254000"/>
                      <a:pt x="158353" y="254000"/>
                    </a:cubicBezTo>
                    <a:cubicBezTo>
                      <a:pt x="152995" y="254000"/>
                      <a:pt x="147637" y="248722"/>
                      <a:pt x="147637" y="243443"/>
                    </a:cubicBezTo>
                    <a:cubicBezTo>
                      <a:pt x="147637" y="243443"/>
                      <a:pt x="147637" y="243443"/>
                      <a:pt x="147637" y="53419"/>
                    </a:cubicBezTo>
                    <a:cubicBezTo>
                      <a:pt x="147637" y="48140"/>
                      <a:pt x="152995" y="42862"/>
                      <a:pt x="158353" y="42862"/>
                    </a:cubicBez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42267" y="0"/>
                    </a:cubicBezTo>
                    <a:cubicBezTo>
                      <a:pt x="42267" y="0"/>
                      <a:pt x="42267" y="0"/>
                      <a:pt x="42267" y="295871"/>
                    </a:cubicBezTo>
                    <a:lnTo>
                      <a:pt x="338138" y="295871"/>
                    </a:lnTo>
                    <a:cubicBezTo>
                      <a:pt x="338138" y="295871"/>
                      <a:pt x="338138" y="295871"/>
                      <a:pt x="338138" y="338138"/>
                    </a:cubicBezTo>
                    <a:cubicBezTo>
                      <a:pt x="338138" y="338138"/>
                      <a:pt x="338138" y="338138"/>
                      <a:pt x="21133" y="338138"/>
                    </a:cubicBezTo>
                    <a:cubicBezTo>
                      <a:pt x="9246" y="338138"/>
                      <a:pt x="0" y="328892"/>
                      <a:pt x="0" y="317005"/>
                    </a:cubicBezTo>
                    <a:cubicBezTo>
                      <a:pt x="0" y="317005"/>
                      <a:pt x="0" y="317005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60" name="千图PPT彼岸天：ID 8661124库_组合 55">
            <a:extLst>
              <a:ext uri="{FF2B5EF4-FFF2-40B4-BE49-F238E27FC236}">
                <a16:creationId xmlns:a16="http://schemas.microsoft.com/office/drawing/2014/main" xmlns="" id="{C144411B-F8A4-454E-AA41-BC8E4519546F}"/>
              </a:ext>
            </a:extLst>
          </p:cNvPr>
          <p:cNvGrpSpPr/>
          <p:nvPr>
            <p:custDataLst>
              <p:tags r:id="rId24"/>
            </p:custDataLst>
          </p:nvPr>
        </p:nvGrpSpPr>
        <p:grpSpPr>
          <a:xfrm>
            <a:off x="858520" y="3392284"/>
            <a:ext cx="3209345" cy="808954"/>
            <a:chOff x="858520" y="3392284"/>
            <a:chExt cx="3209345" cy="808954"/>
          </a:xfrm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xmlns="" id="{D4C547CA-B9CA-435E-A157-F21AFE9557CE}"/>
                </a:ext>
              </a:extLst>
            </p:cNvPr>
            <p:cNvSpPr/>
            <p:nvPr/>
          </p:nvSpPr>
          <p:spPr>
            <a:xfrm>
              <a:off x="858520" y="3419006"/>
              <a:ext cx="2587220" cy="246221"/>
            </a:xfrm>
            <a:prstGeom prst="rect">
              <a:avLst/>
            </a:prstGeom>
          </p:spPr>
          <p:txBody>
            <a:bodyPr wrap="none" lIns="144000" tIns="0" rIns="144000" bIns="0">
              <a:normAutofit/>
            </a:bodyPr>
            <a:lstStyle/>
            <a:p>
              <a:pPr algn="r"/>
              <a:r>
                <a:rPr lang="zh-CN" altLang="en-US" sz="1600" b="1">
                  <a:solidFill>
                    <a:schemeClr val="accent3"/>
                  </a:solidFill>
                </a:rPr>
                <a:t>输入标题文本</a:t>
              </a: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xmlns="" id="{8A70F94F-CB4C-40D1-8866-909E08D89732}"/>
                </a:ext>
              </a:extLst>
            </p:cNvPr>
            <p:cNvSpPr/>
            <p:nvPr/>
          </p:nvSpPr>
          <p:spPr>
            <a:xfrm>
              <a:off x="858520" y="3665227"/>
              <a:ext cx="2587220" cy="536011"/>
            </a:xfrm>
            <a:prstGeom prst="rect">
              <a:avLst/>
            </a:prstGeom>
          </p:spPr>
          <p:txBody>
            <a:bodyPr wrap="square" lIns="144000" tIns="0" rIns="144000" bIns="0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100">
                  <a:solidFill>
                    <a:schemeClr val="dk1">
                      <a:lumMod val="100000"/>
                    </a:schemeClr>
                  </a:solidFill>
                </a:rPr>
                <a:t>请替换文字内容复制你的内容到此</a:t>
              </a:r>
              <a:br>
                <a:rPr lang="zh-CN" altLang="en-US" sz="1100">
                  <a:solidFill>
                    <a:schemeClr val="dk1">
                      <a:lumMod val="100000"/>
                    </a:schemeClr>
                  </a:solidFill>
                </a:rPr>
              </a:br>
              <a:endParaRPr lang="zh-CN" altLang="en-US" sz="1100">
                <a:solidFill>
                  <a:schemeClr val="dk1">
                    <a:lumMod val="100000"/>
                  </a:schemeClr>
                </a:solidFill>
              </a:endParaRPr>
            </a:p>
          </p:txBody>
        </p: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xmlns="" id="{0E85A59B-45AF-4E86-B06A-A2CC90854943}"/>
                </a:ext>
              </a:extLst>
            </p:cNvPr>
            <p:cNvGrpSpPr/>
            <p:nvPr/>
          </p:nvGrpSpPr>
          <p:grpSpPr>
            <a:xfrm>
              <a:off x="3578007" y="3392284"/>
              <a:ext cx="489858" cy="489858"/>
              <a:chOff x="1363763" y="3392284"/>
              <a:chExt cx="489858" cy="489858"/>
            </a:xfrm>
          </p:grpSpPr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xmlns="" id="{94A575BE-3B85-4DFE-B37D-FB8A51877B58}"/>
                  </a:ext>
                </a:extLst>
              </p:cNvPr>
              <p:cNvSpPr/>
              <p:nvPr/>
            </p:nvSpPr>
            <p:spPr>
              <a:xfrm>
                <a:off x="1363763" y="3392284"/>
                <a:ext cx="489858" cy="48985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5" name="任意多边形: 形状 64">
                <a:extLst>
                  <a:ext uri="{FF2B5EF4-FFF2-40B4-BE49-F238E27FC236}">
                    <a16:creationId xmlns:a16="http://schemas.microsoft.com/office/drawing/2014/main" xmlns="" id="{2B85D9FD-D0EA-43BB-93FC-DA0764ED5637}"/>
                  </a:ext>
                </a:extLst>
              </p:cNvPr>
              <p:cNvSpPr/>
              <p:nvPr/>
            </p:nvSpPr>
            <p:spPr bwMode="auto">
              <a:xfrm>
                <a:off x="1470535" y="3528650"/>
                <a:ext cx="259868" cy="224200"/>
              </a:xfrm>
              <a:custGeom>
                <a:avLst/>
                <a:gdLst>
                  <a:gd name="connsiteX0" fmla="*/ 19050 w 331788"/>
                  <a:gd name="connsiteY0" fmla="*/ 213226 h 286251"/>
                  <a:gd name="connsiteX1" fmla="*/ 151105 w 331788"/>
                  <a:gd name="connsiteY1" fmla="*/ 213226 h 286251"/>
                  <a:gd name="connsiteX2" fmla="*/ 151105 w 331788"/>
                  <a:gd name="connsiteY2" fmla="*/ 278564 h 286251"/>
                  <a:gd name="connsiteX3" fmla="*/ 152400 w 331788"/>
                  <a:gd name="connsiteY3" fmla="*/ 286251 h 286251"/>
                  <a:gd name="connsiteX4" fmla="*/ 25523 w 331788"/>
                  <a:gd name="connsiteY4" fmla="*/ 286251 h 286251"/>
                  <a:gd name="connsiteX5" fmla="*/ 19050 w 331788"/>
                  <a:gd name="connsiteY5" fmla="*/ 278564 h 286251"/>
                  <a:gd name="connsiteX6" fmla="*/ 19050 w 331788"/>
                  <a:gd name="connsiteY6" fmla="*/ 213226 h 286251"/>
                  <a:gd name="connsiteX7" fmla="*/ 185265 w 331788"/>
                  <a:gd name="connsiteY7" fmla="*/ 165601 h 286251"/>
                  <a:gd name="connsiteX8" fmla="*/ 308448 w 331788"/>
                  <a:gd name="connsiteY8" fmla="*/ 165601 h 286251"/>
                  <a:gd name="connsiteX9" fmla="*/ 313635 w 331788"/>
                  <a:gd name="connsiteY9" fmla="*/ 165601 h 286251"/>
                  <a:gd name="connsiteX10" fmla="*/ 331788 w 331788"/>
                  <a:gd name="connsiteY10" fmla="*/ 187421 h 286251"/>
                  <a:gd name="connsiteX11" fmla="*/ 331788 w 331788"/>
                  <a:gd name="connsiteY11" fmla="*/ 278550 h 286251"/>
                  <a:gd name="connsiteX12" fmla="*/ 324008 w 331788"/>
                  <a:gd name="connsiteY12" fmla="*/ 286251 h 286251"/>
                  <a:gd name="connsiteX13" fmla="*/ 169705 w 331788"/>
                  <a:gd name="connsiteY13" fmla="*/ 286251 h 286251"/>
                  <a:gd name="connsiteX14" fmla="*/ 161925 w 331788"/>
                  <a:gd name="connsiteY14" fmla="*/ 278550 h 286251"/>
                  <a:gd name="connsiteX15" fmla="*/ 161925 w 331788"/>
                  <a:gd name="connsiteY15" fmla="*/ 187421 h 286251"/>
                  <a:gd name="connsiteX16" fmla="*/ 168408 w 331788"/>
                  <a:gd name="connsiteY16" fmla="*/ 173302 h 286251"/>
                  <a:gd name="connsiteX17" fmla="*/ 174892 w 331788"/>
                  <a:gd name="connsiteY17" fmla="*/ 166885 h 286251"/>
                  <a:gd name="connsiteX18" fmla="*/ 185265 w 331788"/>
                  <a:gd name="connsiteY18" fmla="*/ 165601 h 286251"/>
                  <a:gd name="connsiteX19" fmla="*/ 59302 w 331788"/>
                  <a:gd name="connsiteY19" fmla="*/ 117976 h 286251"/>
                  <a:gd name="connsiteX20" fmla="*/ 78640 w 331788"/>
                  <a:gd name="connsiteY20" fmla="*/ 117976 h 286251"/>
                  <a:gd name="connsiteX21" fmla="*/ 86375 w 331788"/>
                  <a:gd name="connsiteY21" fmla="*/ 123154 h 286251"/>
                  <a:gd name="connsiteX22" fmla="*/ 94110 w 331788"/>
                  <a:gd name="connsiteY22" fmla="*/ 160692 h 286251"/>
                  <a:gd name="connsiteX23" fmla="*/ 95399 w 331788"/>
                  <a:gd name="connsiteY23" fmla="*/ 165870 h 286251"/>
                  <a:gd name="connsiteX24" fmla="*/ 96688 w 331788"/>
                  <a:gd name="connsiteY24" fmla="*/ 169753 h 286251"/>
                  <a:gd name="connsiteX25" fmla="*/ 96688 w 331788"/>
                  <a:gd name="connsiteY25" fmla="*/ 172342 h 286251"/>
                  <a:gd name="connsiteX26" fmla="*/ 103134 w 331788"/>
                  <a:gd name="connsiteY26" fmla="*/ 172342 h 286251"/>
                  <a:gd name="connsiteX27" fmla="*/ 103134 w 331788"/>
                  <a:gd name="connsiteY27" fmla="*/ 165870 h 286251"/>
                  <a:gd name="connsiteX28" fmla="*/ 103134 w 331788"/>
                  <a:gd name="connsiteY28" fmla="*/ 164576 h 286251"/>
                  <a:gd name="connsiteX29" fmla="*/ 104424 w 331788"/>
                  <a:gd name="connsiteY29" fmla="*/ 160692 h 286251"/>
                  <a:gd name="connsiteX30" fmla="*/ 112159 w 331788"/>
                  <a:gd name="connsiteY30" fmla="*/ 134804 h 286251"/>
                  <a:gd name="connsiteX31" fmla="*/ 107002 w 331788"/>
                  <a:gd name="connsiteY31" fmla="*/ 121859 h 286251"/>
                  <a:gd name="connsiteX32" fmla="*/ 109580 w 331788"/>
                  <a:gd name="connsiteY32" fmla="*/ 117976 h 286251"/>
                  <a:gd name="connsiteX33" fmla="*/ 121183 w 331788"/>
                  <a:gd name="connsiteY33" fmla="*/ 117976 h 286251"/>
                  <a:gd name="connsiteX34" fmla="*/ 125050 w 331788"/>
                  <a:gd name="connsiteY34" fmla="*/ 121859 h 286251"/>
                  <a:gd name="connsiteX35" fmla="*/ 118605 w 331788"/>
                  <a:gd name="connsiteY35" fmla="*/ 134804 h 286251"/>
                  <a:gd name="connsiteX36" fmla="*/ 126340 w 331788"/>
                  <a:gd name="connsiteY36" fmla="*/ 160692 h 286251"/>
                  <a:gd name="connsiteX37" fmla="*/ 126340 w 331788"/>
                  <a:gd name="connsiteY37" fmla="*/ 165870 h 286251"/>
                  <a:gd name="connsiteX38" fmla="*/ 127629 w 331788"/>
                  <a:gd name="connsiteY38" fmla="*/ 165870 h 286251"/>
                  <a:gd name="connsiteX39" fmla="*/ 127629 w 331788"/>
                  <a:gd name="connsiteY39" fmla="*/ 172342 h 286251"/>
                  <a:gd name="connsiteX40" fmla="*/ 134075 w 331788"/>
                  <a:gd name="connsiteY40" fmla="*/ 172342 h 286251"/>
                  <a:gd name="connsiteX41" fmla="*/ 134075 w 331788"/>
                  <a:gd name="connsiteY41" fmla="*/ 169753 h 286251"/>
                  <a:gd name="connsiteX42" fmla="*/ 135364 w 331788"/>
                  <a:gd name="connsiteY42" fmla="*/ 165870 h 286251"/>
                  <a:gd name="connsiteX43" fmla="*/ 136653 w 331788"/>
                  <a:gd name="connsiteY43" fmla="*/ 160692 h 286251"/>
                  <a:gd name="connsiteX44" fmla="*/ 144388 w 331788"/>
                  <a:gd name="connsiteY44" fmla="*/ 123154 h 286251"/>
                  <a:gd name="connsiteX45" fmla="*/ 152123 w 331788"/>
                  <a:gd name="connsiteY45" fmla="*/ 117976 h 286251"/>
                  <a:gd name="connsiteX46" fmla="*/ 171461 w 331788"/>
                  <a:gd name="connsiteY46" fmla="*/ 117976 h 286251"/>
                  <a:gd name="connsiteX47" fmla="*/ 192088 w 331788"/>
                  <a:gd name="connsiteY47" fmla="*/ 138687 h 286251"/>
                  <a:gd name="connsiteX48" fmla="*/ 192088 w 331788"/>
                  <a:gd name="connsiteY48" fmla="*/ 152926 h 286251"/>
                  <a:gd name="connsiteX49" fmla="*/ 184353 w 331788"/>
                  <a:gd name="connsiteY49" fmla="*/ 152926 h 286251"/>
                  <a:gd name="connsiteX50" fmla="*/ 163726 w 331788"/>
                  <a:gd name="connsiteY50" fmla="*/ 160692 h 286251"/>
                  <a:gd name="connsiteX51" fmla="*/ 158569 w 331788"/>
                  <a:gd name="connsiteY51" fmla="*/ 165870 h 286251"/>
                  <a:gd name="connsiteX52" fmla="*/ 154702 w 331788"/>
                  <a:gd name="connsiteY52" fmla="*/ 172342 h 286251"/>
                  <a:gd name="connsiteX53" fmla="*/ 150834 w 331788"/>
                  <a:gd name="connsiteY53" fmla="*/ 186581 h 286251"/>
                  <a:gd name="connsiteX54" fmla="*/ 150834 w 331788"/>
                  <a:gd name="connsiteY54" fmla="*/ 202114 h 286251"/>
                  <a:gd name="connsiteX55" fmla="*/ 10313 w 331788"/>
                  <a:gd name="connsiteY55" fmla="*/ 202114 h 286251"/>
                  <a:gd name="connsiteX56" fmla="*/ 0 w 331788"/>
                  <a:gd name="connsiteY56" fmla="*/ 190464 h 286251"/>
                  <a:gd name="connsiteX57" fmla="*/ 0 w 331788"/>
                  <a:gd name="connsiteY57" fmla="*/ 182698 h 286251"/>
                  <a:gd name="connsiteX58" fmla="*/ 10313 w 331788"/>
                  <a:gd name="connsiteY58" fmla="*/ 172342 h 286251"/>
                  <a:gd name="connsiteX59" fmla="*/ 38675 w 331788"/>
                  <a:gd name="connsiteY59" fmla="*/ 172342 h 286251"/>
                  <a:gd name="connsiteX60" fmla="*/ 38675 w 331788"/>
                  <a:gd name="connsiteY60" fmla="*/ 138687 h 286251"/>
                  <a:gd name="connsiteX61" fmla="*/ 59302 w 331788"/>
                  <a:gd name="connsiteY61" fmla="*/ 117976 h 286251"/>
                  <a:gd name="connsiteX62" fmla="*/ 206838 w 331788"/>
                  <a:gd name="connsiteY62" fmla="*/ 33838 h 286251"/>
                  <a:gd name="connsiteX63" fmla="*/ 208124 w 331788"/>
                  <a:gd name="connsiteY63" fmla="*/ 33838 h 286251"/>
                  <a:gd name="connsiteX64" fmla="*/ 278858 w 331788"/>
                  <a:gd name="connsiteY64" fmla="*/ 48038 h 286251"/>
                  <a:gd name="connsiteX65" fmla="*/ 296863 w 331788"/>
                  <a:gd name="connsiteY65" fmla="*/ 69984 h 286251"/>
                  <a:gd name="connsiteX66" fmla="*/ 296863 w 331788"/>
                  <a:gd name="connsiteY66" fmla="*/ 99676 h 286251"/>
                  <a:gd name="connsiteX67" fmla="*/ 246706 w 331788"/>
                  <a:gd name="connsiteY67" fmla="*/ 151313 h 286251"/>
                  <a:gd name="connsiteX68" fmla="*/ 195263 w 331788"/>
                  <a:gd name="connsiteY68" fmla="*/ 99676 h 286251"/>
                  <a:gd name="connsiteX69" fmla="*/ 195263 w 331788"/>
                  <a:gd name="connsiteY69" fmla="*/ 45456 h 286251"/>
                  <a:gd name="connsiteX70" fmla="*/ 206838 w 331788"/>
                  <a:gd name="connsiteY70" fmla="*/ 33838 h 286251"/>
                  <a:gd name="connsiteX71" fmla="*/ 150465 w 331788"/>
                  <a:gd name="connsiteY71" fmla="*/ 198 h 286251"/>
                  <a:gd name="connsiteX72" fmla="*/ 163513 w 331788"/>
                  <a:gd name="connsiteY72" fmla="*/ 10479 h 286251"/>
                  <a:gd name="connsiteX73" fmla="*/ 163513 w 331788"/>
                  <a:gd name="connsiteY73" fmla="*/ 60599 h 286251"/>
                  <a:gd name="connsiteX74" fmla="*/ 116540 w 331788"/>
                  <a:gd name="connsiteY74" fmla="*/ 106863 h 286251"/>
                  <a:gd name="connsiteX75" fmla="*/ 68263 w 331788"/>
                  <a:gd name="connsiteY75" fmla="*/ 60599 h 286251"/>
                  <a:gd name="connsiteX76" fmla="*/ 68263 w 331788"/>
                  <a:gd name="connsiteY76" fmla="*/ 33611 h 286251"/>
                  <a:gd name="connsiteX77" fmla="*/ 85225 w 331788"/>
                  <a:gd name="connsiteY77" fmla="*/ 13049 h 286251"/>
                  <a:gd name="connsiteX78" fmla="*/ 150465 w 331788"/>
                  <a:gd name="connsiteY78" fmla="*/ 198 h 286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331788" h="286251">
                    <a:moveTo>
                      <a:pt x="19050" y="213226"/>
                    </a:moveTo>
                    <a:lnTo>
                      <a:pt x="151105" y="213226"/>
                    </a:lnTo>
                    <a:cubicBezTo>
                      <a:pt x="151105" y="213226"/>
                      <a:pt x="151105" y="213226"/>
                      <a:pt x="151105" y="278564"/>
                    </a:cubicBezTo>
                    <a:cubicBezTo>
                      <a:pt x="151105" y="281126"/>
                      <a:pt x="152400" y="283689"/>
                      <a:pt x="152400" y="286251"/>
                    </a:cubicBezTo>
                    <a:cubicBezTo>
                      <a:pt x="152400" y="286251"/>
                      <a:pt x="152400" y="286251"/>
                      <a:pt x="25523" y="286251"/>
                    </a:cubicBezTo>
                    <a:cubicBezTo>
                      <a:pt x="21639" y="286251"/>
                      <a:pt x="19050" y="282408"/>
                      <a:pt x="19050" y="278564"/>
                    </a:cubicBezTo>
                    <a:cubicBezTo>
                      <a:pt x="19050" y="278564"/>
                      <a:pt x="19050" y="278564"/>
                      <a:pt x="19050" y="213226"/>
                    </a:cubicBezTo>
                    <a:close/>
                    <a:moveTo>
                      <a:pt x="185265" y="165601"/>
                    </a:moveTo>
                    <a:lnTo>
                      <a:pt x="308448" y="165601"/>
                    </a:lnTo>
                    <a:cubicBezTo>
                      <a:pt x="309745" y="165601"/>
                      <a:pt x="312338" y="165601"/>
                      <a:pt x="313635" y="165601"/>
                    </a:cubicBezTo>
                    <a:cubicBezTo>
                      <a:pt x="324008" y="168168"/>
                      <a:pt x="331788" y="177153"/>
                      <a:pt x="331788" y="187421"/>
                    </a:cubicBezTo>
                    <a:cubicBezTo>
                      <a:pt x="331788" y="187421"/>
                      <a:pt x="331788" y="187421"/>
                      <a:pt x="331788" y="278550"/>
                    </a:cubicBezTo>
                    <a:cubicBezTo>
                      <a:pt x="331788" y="282401"/>
                      <a:pt x="327898" y="286251"/>
                      <a:pt x="324008" y="286251"/>
                    </a:cubicBezTo>
                    <a:cubicBezTo>
                      <a:pt x="324008" y="286251"/>
                      <a:pt x="324008" y="286251"/>
                      <a:pt x="169705" y="286251"/>
                    </a:cubicBezTo>
                    <a:cubicBezTo>
                      <a:pt x="165815" y="286251"/>
                      <a:pt x="161925" y="282401"/>
                      <a:pt x="161925" y="278550"/>
                    </a:cubicBezTo>
                    <a:cubicBezTo>
                      <a:pt x="161925" y="278550"/>
                      <a:pt x="161925" y="278550"/>
                      <a:pt x="161925" y="187421"/>
                    </a:cubicBezTo>
                    <a:cubicBezTo>
                      <a:pt x="161925" y="182287"/>
                      <a:pt x="164518" y="177153"/>
                      <a:pt x="168408" y="173302"/>
                    </a:cubicBezTo>
                    <a:cubicBezTo>
                      <a:pt x="169705" y="170735"/>
                      <a:pt x="172298" y="168168"/>
                      <a:pt x="174892" y="166885"/>
                    </a:cubicBezTo>
                    <a:cubicBezTo>
                      <a:pt x="177485" y="165601"/>
                      <a:pt x="181375" y="165601"/>
                      <a:pt x="185265" y="165601"/>
                    </a:cubicBezTo>
                    <a:close/>
                    <a:moveTo>
                      <a:pt x="59302" y="117976"/>
                    </a:moveTo>
                    <a:cubicBezTo>
                      <a:pt x="59302" y="117976"/>
                      <a:pt x="59302" y="117976"/>
                      <a:pt x="78640" y="117976"/>
                    </a:cubicBezTo>
                    <a:cubicBezTo>
                      <a:pt x="82507" y="117976"/>
                      <a:pt x="85086" y="120565"/>
                      <a:pt x="86375" y="123154"/>
                    </a:cubicBezTo>
                    <a:cubicBezTo>
                      <a:pt x="86375" y="123154"/>
                      <a:pt x="86375" y="123154"/>
                      <a:pt x="94110" y="160692"/>
                    </a:cubicBezTo>
                    <a:cubicBezTo>
                      <a:pt x="94110" y="160692"/>
                      <a:pt x="94110" y="160692"/>
                      <a:pt x="95399" y="165870"/>
                    </a:cubicBezTo>
                    <a:cubicBezTo>
                      <a:pt x="95399" y="165870"/>
                      <a:pt x="95399" y="165870"/>
                      <a:pt x="96688" y="169753"/>
                    </a:cubicBezTo>
                    <a:cubicBezTo>
                      <a:pt x="96688" y="171048"/>
                      <a:pt x="96688" y="171048"/>
                      <a:pt x="96688" y="172342"/>
                    </a:cubicBezTo>
                    <a:cubicBezTo>
                      <a:pt x="96688" y="172342"/>
                      <a:pt x="96688" y="172342"/>
                      <a:pt x="103134" y="172342"/>
                    </a:cubicBezTo>
                    <a:cubicBezTo>
                      <a:pt x="103134" y="169753"/>
                      <a:pt x="103134" y="168459"/>
                      <a:pt x="103134" y="165870"/>
                    </a:cubicBezTo>
                    <a:cubicBezTo>
                      <a:pt x="103134" y="165870"/>
                      <a:pt x="103134" y="165870"/>
                      <a:pt x="103134" y="164576"/>
                    </a:cubicBezTo>
                    <a:cubicBezTo>
                      <a:pt x="103134" y="164576"/>
                      <a:pt x="103134" y="164576"/>
                      <a:pt x="104424" y="160692"/>
                    </a:cubicBezTo>
                    <a:cubicBezTo>
                      <a:pt x="104424" y="160692"/>
                      <a:pt x="104424" y="160692"/>
                      <a:pt x="112159" y="134804"/>
                    </a:cubicBezTo>
                    <a:cubicBezTo>
                      <a:pt x="112159" y="134804"/>
                      <a:pt x="112159" y="134804"/>
                      <a:pt x="107002" y="121859"/>
                    </a:cubicBezTo>
                    <a:cubicBezTo>
                      <a:pt x="105713" y="120565"/>
                      <a:pt x="107002" y="117976"/>
                      <a:pt x="109580" y="117976"/>
                    </a:cubicBezTo>
                    <a:cubicBezTo>
                      <a:pt x="109580" y="117976"/>
                      <a:pt x="109580" y="117976"/>
                      <a:pt x="121183" y="117976"/>
                    </a:cubicBezTo>
                    <a:cubicBezTo>
                      <a:pt x="123761" y="117976"/>
                      <a:pt x="125050" y="120565"/>
                      <a:pt x="125050" y="121859"/>
                    </a:cubicBezTo>
                    <a:cubicBezTo>
                      <a:pt x="125050" y="121859"/>
                      <a:pt x="125050" y="121859"/>
                      <a:pt x="118605" y="134804"/>
                    </a:cubicBezTo>
                    <a:cubicBezTo>
                      <a:pt x="118605" y="134804"/>
                      <a:pt x="118605" y="134804"/>
                      <a:pt x="126340" y="160692"/>
                    </a:cubicBezTo>
                    <a:cubicBezTo>
                      <a:pt x="126340" y="160692"/>
                      <a:pt x="126340" y="160692"/>
                      <a:pt x="126340" y="165870"/>
                    </a:cubicBezTo>
                    <a:cubicBezTo>
                      <a:pt x="127629" y="165870"/>
                      <a:pt x="127629" y="165870"/>
                      <a:pt x="127629" y="165870"/>
                    </a:cubicBezTo>
                    <a:cubicBezTo>
                      <a:pt x="127629" y="168459"/>
                      <a:pt x="127629" y="169753"/>
                      <a:pt x="127629" y="172342"/>
                    </a:cubicBezTo>
                    <a:cubicBezTo>
                      <a:pt x="127629" y="172342"/>
                      <a:pt x="127629" y="172342"/>
                      <a:pt x="134075" y="172342"/>
                    </a:cubicBezTo>
                    <a:cubicBezTo>
                      <a:pt x="134075" y="171048"/>
                      <a:pt x="134075" y="171048"/>
                      <a:pt x="134075" y="169753"/>
                    </a:cubicBezTo>
                    <a:cubicBezTo>
                      <a:pt x="134075" y="169753"/>
                      <a:pt x="134075" y="169753"/>
                      <a:pt x="135364" y="165870"/>
                    </a:cubicBezTo>
                    <a:cubicBezTo>
                      <a:pt x="135364" y="165870"/>
                      <a:pt x="135364" y="165870"/>
                      <a:pt x="136653" y="160692"/>
                    </a:cubicBezTo>
                    <a:cubicBezTo>
                      <a:pt x="136653" y="160692"/>
                      <a:pt x="136653" y="160692"/>
                      <a:pt x="144388" y="123154"/>
                    </a:cubicBezTo>
                    <a:cubicBezTo>
                      <a:pt x="145677" y="120565"/>
                      <a:pt x="148256" y="117976"/>
                      <a:pt x="152123" y="117976"/>
                    </a:cubicBezTo>
                    <a:cubicBezTo>
                      <a:pt x="152123" y="117976"/>
                      <a:pt x="152123" y="117976"/>
                      <a:pt x="171461" y="117976"/>
                    </a:cubicBezTo>
                    <a:cubicBezTo>
                      <a:pt x="183064" y="117976"/>
                      <a:pt x="192088" y="127037"/>
                      <a:pt x="192088" y="138687"/>
                    </a:cubicBezTo>
                    <a:cubicBezTo>
                      <a:pt x="192088" y="138687"/>
                      <a:pt x="192088" y="138687"/>
                      <a:pt x="192088" y="152926"/>
                    </a:cubicBezTo>
                    <a:cubicBezTo>
                      <a:pt x="192088" y="152926"/>
                      <a:pt x="192088" y="152926"/>
                      <a:pt x="184353" y="152926"/>
                    </a:cubicBezTo>
                    <a:cubicBezTo>
                      <a:pt x="176618" y="152926"/>
                      <a:pt x="168883" y="156809"/>
                      <a:pt x="163726" y="160692"/>
                    </a:cubicBezTo>
                    <a:cubicBezTo>
                      <a:pt x="161148" y="161987"/>
                      <a:pt x="159858" y="164576"/>
                      <a:pt x="158569" y="165870"/>
                    </a:cubicBezTo>
                    <a:cubicBezTo>
                      <a:pt x="157280" y="168459"/>
                      <a:pt x="155991" y="169753"/>
                      <a:pt x="154702" y="172342"/>
                    </a:cubicBezTo>
                    <a:cubicBezTo>
                      <a:pt x="152123" y="176225"/>
                      <a:pt x="150834" y="181403"/>
                      <a:pt x="150834" y="186581"/>
                    </a:cubicBezTo>
                    <a:cubicBezTo>
                      <a:pt x="150834" y="186581"/>
                      <a:pt x="150834" y="186581"/>
                      <a:pt x="150834" y="202114"/>
                    </a:cubicBezTo>
                    <a:cubicBezTo>
                      <a:pt x="150834" y="202114"/>
                      <a:pt x="150834" y="202114"/>
                      <a:pt x="10313" y="202114"/>
                    </a:cubicBezTo>
                    <a:cubicBezTo>
                      <a:pt x="5157" y="202114"/>
                      <a:pt x="0" y="196936"/>
                      <a:pt x="0" y="190464"/>
                    </a:cubicBezTo>
                    <a:cubicBezTo>
                      <a:pt x="0" y="190464"/>
                      <a:pt x="0" y="190464"/>
                      <a:pt x="0" y="182698"/>
                    </a:cubicBezTo>
                    <a:cubicBezTo>
                      <a:pt x="0" y="176225"/>
                      <a:pt x="5157" y="172342"/>
                      <a:pt x="10313" y="172342"/>
                    </a:cubicBezTo>
                    <a:cubicBezTo>
                      <a:pt x="10313" y="172342"/>
                      <a:pt x="10313" y="172342"/>
                      <a:pt x="38675" y="172342"/>
                    </a:cubicBezTo>
                    <a:cubicBezTo>
                      <a:pt x="38675" y="172342"/>
                      <a:pt x="38675" y="172342"/>
                      <a:pt x="38675" y="138687"/>
                    </a:cubicBezTo>
                    <a:cubicBezTo>
                      <a:pt x="38675" y="127037"/>
                      <a:pt x="47700" y="117976"/>
                      <a:pt x="59302" y="117976"/>
                    </a:cubicBezTo>
                    <a:close/>
                    <a:moveTo>
                      <a:pt x="206838" y="33838"/>
                    </a:moveTo>
                    <a:cubicBezTo>
                      <a:pt x="206838" y="33838"/>
                      <a:pt x="208124" y="33838"/>
                      <a:pt x="208124" y="33838"/>
                    </a:cubicBezTo>
                    <a:cubicBezTo>
                      <a:pt x="223557" y="36420"/>
                      <a:pt x="258281" y="44166"/>
                      <a:pt x="278858" y="48038"/>
                    </a:cubicBezTo>
                    <a:cubicBezTo>
                      <a:pt x="289147" y="50620"/>
                      <a:pt x="296863" y="59657"/>
                      <a:pt x="296863" y="69984"/>
                    </a:cubicBezTo>
                    <a:cubicBezTo>
                      <a:pt x="296863" y="69984"/>
                      <a:pt x="296863" y="69984"/>
                      <a:pt x="296863" y="99676"/>
                    </a:cubicBezTo>
                    <a:cubicBezTo>
                      <a:pt x="296863" y="128076"/>
                      <a:pt x="275000" y="151313"/>
                      <a:pt x="246706" y="151313"/>
                    </a:cubicBezTo>
                    <a:cubicBezTo>
                      <a:pt x="218412" y="151313"/>
                      <a:pt x="195263" y="128076"/>
                      <a:pt x="195263" y="99676"/>
                    </a:cubicBezTo>
                    <a:cubicBezTo>
                      <a:pt x="195263" y="99676"/>
                      <a:pt x="195263" y="99676"/>
                      <a:pt x="195263" y="45456"/>
                    </a:cubicBezTo>
                    <a:cubicBezTo>
                      <a:pt x="195263" y="39002"/>
                      <a:pt x="200407" y="33838"/>
                      <a:pt x="206838" y="33838"/>
                    </a:cubicBezTo>
                    <a:close/>
                    <a:moveTo>
                      <a:pt x="150465" y="198"/>
                    </a:moveTo>
                    <a:cubicBezTo>
                      <a:pt x="156989" y="-1087"/>
                      <a:pt x="163513" y="4053"/>
                      <a:pt x="163513" y="10479"/>
                    </a:cubicBezTo>
                    <a:cubicBezTo>
                      <a:pt x="163513" y="10479"/>
                      <a:pt x="163513" y="10479"/>
                      <a:pt x="163513" y="60599"/>
                    </a:cubicBezTo>
                    <a:cubicBezTo>
                      <a:pt x="163513" y="86301"/>
                      <a:pt x="142636" y="106863"/>
                      <a:pt x="116540" y="106863"/>
                    </a:cubicBezTo>
                    <a:cubicBezTo>
                      <a:pt x="90444" y="106863"/>
                      <a:pt x="68263" y="86301"/>
                      <a:pt x="68263" y="60599"/>
                    </a:cubicBezTo>
                    <a:cubicBezTo>
                      <a:pt x="68263" y="60599"/>
                      <a:pt x="68263" y="60599"/>
                      <a:pt x="68263" y="33611"/>
                    </a:cubicBezTo>
                    <a:cubicBezTo>
                      <a:pt x="68263" y="23330"/>
                      <a:pt x="76092" y="14334"/>
                      <a:pt x="85225" y="13049"/>
                    </a:cubicBezTo>
                    <a:cubicBezTo>
                      <a:pt x="104797" y="9194"/>
                      <a:pt x="137417" y="2768"/>
                      <a:pt x="150465" y="19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66" name="千图PPT彼岸天：ID 8661124库_组合 56">
            <a:extLst>
              <a:ext uri="{FF2B5EF4-FFF2-40B4-BE49-F238E27FC236}">
                <a16:creationId xmlns:a16="http://schemas.microsoft.com/office/drawing/2014/main" xmlns="" id="{1D9907A9-D27D-4076-BACC-B1A44752A8D9}"/>
              </a:ext>
            </a:extLst>
          </p:cNvPr>
          <p:cNvGrpSpPr/>
          <p:nvPr>
            <p:custDataLst>
              <p:tags r:id="rId25"/>
            </p:custDataLst>
          </p:nvPr>
        </p:nvGrpSpPr>
        <p:grpSpPr>
          <a:xfrm>
            <a:off x="858520" y="5023032"/>
            <a:ext cx="3209345" cy="782232"/>
            <a:chOff x="858520" y="5023032"/>
            <a:chExt cx="3209345" cy="782232"/>
          </a:xfrm>
        </p:grpSpPr>
        <p:sp>
          <p:nvSpPr>
            <p:cNvPr id="67" name="矩形 66">
              <a:extLst>
                <a:ext uri="{FF2B5EF4-FFF2-40B4-BE49-F238E27FC236}">
                  <a16:creationId xmlns:a16="http://schemas.microsoft.com/office/drawing/2014/main" xmlns="" id="{42BD4584-5E33-4FE4-A88B-17A15C05CEC4}"/>
                </a:ext>
              </a:extLst>
            </p:cNvPr>
            <p:cNvSpPr/>
            <p:nvPr/>
          </p:nvSpPr>
          <p:spPr>
            <a:xfrm>
              <a:off x="858520" y="5023032"/>
              <a:ext cx="2587220" cy="246221"/>
            </a:xfrm>
            <a:prstGeom prst="rect">
              <a:avLst/>
            </a:prstGeom>
          </p:spPr>
          <p:txBody>
            <a:bodyPr wrap="none" lIns="144000" tIns="0" rIns="144000" bIns="0">
              <a:normAutofit/>
            </a:bodyPr>
            <a:lstStyle/>
            <a:p>
              <a:pPr algn="r"/>
              <a:r>
                <a:rPr lang="zh-CN" altLang="en-US" sz="1600" b="1">
                  <a:solidFill>
                    <a:schemeClr val="accent5"/>
                  </a:solidFill>
                </a:rPr>
                <a:t>输入标题文本</a:t>
              </a: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xmlns="" id="{0B567957-FE5A-477D-BC75-9B6F8A861CAE}"/>
                </a:ext>
              </a:extLst>
            </p:cNvPr>
            <p:cNvSpPr/>
            <p:nvPr/>
          </p:nvSpPr>
          <p:spPr>
            <a:xfrm>
              <a:off x="858520" y="5269253"/>
              <a:ext cx="2587220" cy="536011"/>
            </a:xfrm>
            <a:prstGeom prst="rect">
              <a:avLst/>
            </a:prstGeom>
          </p:spPr>
          <p:txBody>
            <a:bodyPr wrap="square" lIns="144000" tIns="0" rIns="144000" bIns="0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100">
                  <a:solidFill>
                    <a:schemeClr val="dk1">
                      <a:lumMod val="100000"/>
                    </a:schemeClr>
                  </a:solidFill>
                </a:rPr>
                <a:t>请替换文字内容复制你的内容到此</a:t>
              </a:r>
              <a:br>
                <a:rPr lang="zh-CN" altLang="en-US" sz="1100">
                  <a:solidFill>
                    <a:schemeClr val="dk1">
                      <a:lumMod val="100000"/>
                    </a:schemeClr>
                  </a:solidFill>
                </a:rPr>
              </a:br>
              <a:endParaRPr lang="zh-CN" altLang="en-US" sz="1100">
                <a:solidFill>
                  <a:schemeClr val="dk1">
                    <a:lumMod val="100000"/>
                  </a:schemeClr>
                </a:solidFill>
              </a:endParaRPr>
            </a:p>
          </p:txBody>
        </p: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xmlns="" id="{E74CE1F2-C805-43BE-8060-D3E745BC2870}"/>
                </a:ext>
              </a:extLst>
            </p:cNvPr>
            <p:cNvGrpSpPr/>
            <p:nvPr/>
          </p:nvGrpSpPr>
          <p:grpSpPr>
            <a:xfrm>
              <a:off x="3578007" y="5074916"/>
              <a:ext cx="489858" cy="489858"/>
              <a:chOff x="1363763" y="5074916"/>
              <a:chExt cx="489858" cy="489858"/>
            </a:xfrm>
          </p:grpSpPr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xmlns="" id="{2E66F1EB-B085-4746-9602-7F995C8EC596}"/>
                  </a:ext>
                </a:extLst>
              </p:cNvPr>
              <p:cNvSpPr/>
              <p:nvPr/>
            </p:nvSpPr>
            <p:spPr>
              <a:xfrm>
                <a:off x="1363763" y="5074916"/>
                <a:ext cx="489858" cy="489858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1" name="任意多边形: 形状 70">
                <a:extLst>
                  <a:ext uri="{FF2B5EF4-FFF2-40B4-BE49-F238E27FC236}">
                    <a16:creationId xmlns:a16="http://schemas.microsoft.com/office/drawing/2014/main" xmlns="" id="{E35043CF-F925-416E-917F-4835116ED6AD}"/>
                  </a:ext>
                </a:extLst>
              </p:cNvPr>
              <p:cNvSpPr/>
              <p:nvPr/>
            </p:nvSpPr>
            <p:spPr bwMode="auto">
              <a:xfrm>
                <a:off x="1518706" y="5225991"/>
                <a:ext cx="179973" cy="179973"/>
              </a:xfrm>
              <a:custGeom>
                <a:avLst/>
                <a:gdLst>
                  <a:gd name="connsiteX0" fmla="*/ 65088 w 331788"/>
                  <a:gd name="connsiteY0" fmla="*/ 223838 h 331788"/>
                  <a:gd name="connsiteX1" fmla="*/ 276226 w 331788"/>
                  <a:gd name="connsiteY1" fmla="*/ 223838 h 331788"/>
                  <a:gd name="connsiteX2" fmla="*/ 276226 w 331788"/>
                  <a:gd name="connsiteY2" fmla="*/ 265113 h 331788"/>
                  <a:gd name="connsiteX3" fmla="*/ 65088 w 331788"/>
                  <a:gd name="connsiteY3" fmla="*/ 265113 h 331788"/>
                  <a:gd name="connsiteX4" fmla="*/ 65088 w 331788"/>
                  <a:gd name="connsiteY4" fmla="*/ 157163 h 331788"/>
                  <a:gd name="connsiteX5" fmla="*/ 163513 w 331788"/>
                  <a:gd name="connsiteY5" fmla="*/ 157163 h 331788"/>
                  <a:gd name="connsiteX6" fmla="*/ 163513 w 331788"/>
                  <a:gd name="connsiteY6" fmla="*/ 198438 h 331788"/>
                  <a:gd name="connsiteX7" fmla="*/ 65088 w 331788"/>
                  <a:gd name="connsiteY7" fmla="*/ 198438 h 331788"/>
                  <a:gd name="connsiteX8" fmla="*/ 65088 w 331788"/>
                  <a:gd name="connsiteY8" fmla="*/ 90488 h 331788"/>
                  <a:gd name="connsiteX9" fmla="*/ 209551 w 331788"/>
                  <a:gd name="connsiteY9" fmla="*/ 90488 h 331788"/>
                  <a:gd name="connsiteX10" fmla="*/ 209551 w 331788"/>
                  <a:gd name="connsiteY10" fmla="*/ 133351 h 331788"/>
                  <a:gd name="connsiteX11" fmla="*/ 65088 w 331788"/>
                  <a:gd name="connsiteY11" fmla="*/ 133351 h 331788"/>
                  <a:gd name="connsiteX12" fmla="*/ 65088 w 331788"/>
                  <a:gd name="connsiteY12" fmla="*/ 25400 h 331788"/>
                  <a:gd name="connsiteX13" fmla="*/ 142876 w 331788"/>
                  <a:gd name="connsiteY13" fmla="*/ 25400 h 331788"/>
                  <a:gd name="connsiteX14" fmla="*/ 142876 w 331788"/>
                  <a:gd name="connsiteY14" fmla="*/ 66675 h 331788"/>
                  <a:gd name="connsiteX15" fmla="*/ 65088 w 331788"/>
                  <a:gd name="connsiteY15" fmla="*/ 66675 h 331788"/>
                  <a:gd name="connsiteX16" fmla="*/ 0 w 331788"/>
                  <a:gd name="connsiteY16" fmla="*/ 0 h 331788"/>
                  <a:gd name="connsiteX17" fmla="*/ 38100 w 331788"/>
                  <a:gd name="connsiteY17" fmla="*/ 0 h 331788"/>
                  <a:gd name="connsiteX18" fmla="*/ 38100 w 331788"/>
                  <a:gd name="connsiteY18" fmla="*/ 293688 h 331788"/>
                  <a:gd name="connsiteX19" fmla="*/ 331788 w 331788"/>
                  <a:gd name="connsiteY19" fmla="*/ 293688 h 331788"/>
                  <a:gd name="connsiteX20" fmla="*/ 331788 w 331788"/>
                  <a:gd name="connsiteY20" fmla="*/ 331788 h 331788"/>
                  <a:gd name="connsiteX21" fmla="*/ 0 w 331788"/>
                  <a:gd name="connsiteY21" fmla="*/ 331788 h 331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1788" h="331788">
                    <a:moveTo>
                      <a:pt x="65088" y="223838"/>
                    </a:moveTo>
                    <a:lnTo>
                      <a:pt x="276226" y="223838"/>
                    </a:lnTo>
                    <a:lnTo>
                      <a:pt x="276226" y="265113"/>
                    </a:lnTo>
                    <a:lnTo>
                      <a:pt x="65088" y="265113"/>
                    </a:lnTo>
                    <a:close/>
                    <a:moveTo>
                      <a:pt x="65088" y="157163"/>
                    </a:moveTo>
                    <a:lnTo>
                      <a:pt x="163513" y="157163"/>
                    </a:lnTo>
                    <a:lnTo>
                      <a:pt x="163513" y="198438"/>
                    </a:lnTo>
                    <a:lnTo>
                      <a:pt x="65088" y="198438"/>
                    </a:lnTo>
                    <a:close/>
                    <a:moveTo>
                      <a:pt x="65088" y="90488"/>
                    </a:moveTo>
                    <a:lnTo>
                      <a:pt x="209551" y="90488"/>
                    </a:lnTo>
                    <a:lnTo>
                      <a:pt x="209551" y="133351"/>
                    </a:lnTo>
                    <a:lnTo>
                      <a:pt x="65088" y="133351"/>
                    </a:lnTo>
                    <a:close/>
                    <a:moveTo>
                      <a:pt x="65088" y="25400"/>
                    </a:moveTo>
                    <a:lnTo>
                      <a:pt x="142876" y="25400"/>
                    </a:lnTo>
                    <a:lnTo>
                      <a:pt x="142876" y="66675"/>
                    </a:lnTo>
                    <a:lnTo>
                      <a:pt x="65088" y="66675"/>
                    </a:lnTo>
                    <a:close/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293688"/>
                    </a:lnTo>
                    <a:lnTo>
                      <a:pt x="331788" y="293688"/>
                    </a:lnTo>
                    <a:lnTo>
                      <a:pt x="331788" y="331788"/>
                    </a:lnTo>
                    <a:lnTo>
                      <a:pt x="0" y="33178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18890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</p:cTn>
                        </p:par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afterEffect"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3" presetClass="entr" presetSubtype="16" fill="hold" grpId="0" nodeType="afterEffect"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grpId="0" nodeType="withEffect"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grpId="0" nodeType="withEffect"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grpId="0" nodeType="withEffect"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grpId="0" nodeType="withEffect"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grpId="0" nodeType="withEffect"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3" presetClass="entr" presetSubtype="16" fill="hold" grpId="0" nodeType="withEffect"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3" presetClass="entr" presetSubtype="16" fill="hold" grpId="0" nodeType="withEffect"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grpId="0" nodeType="withEffect"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3" presetClass="entr" presetSubtype="16" fill="hold" grpId="0" nodeType="withEffect"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3" presetClass="entr" presetSubtype="16" fill="hold" grpId="0" nodeType="withEffect"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grpId="0" nodeType="withEffect"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3" presetClass="entr" presetSubtype="16" fill="hold" grpId="0" nodeType="withEffect"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3" presetClass="entr" presetSubtype="16" fill="hold" grpId="0" nodeType="withEffect"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grpId="0" nodeType="withEffect"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3" presetClass="entr" presetSubtype="16" fill="hold" grpId="0" nodeType="withEffect"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3" presetClass="entr" presetSubtype="16" fill="hold" grpId="0" nodeType="withEffect"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53" presetClass="entr" presetSubtype="0" fill="hold" nodeType="afterEffect"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53" presetClass="entr" presetSubtype="0" fill="hold" nodeType="afterEffect"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53" presetClass="entr" presetSubtype="0" fill="hold" nodeType="afterEffect"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500"/>
                            </p:stCondLst>
                            <p:childTnLst>
                              <p:par>
                                <p:cTn id="108" presetID="53" presetClass="entr" presetSubtype="0" fill="hold" nodeType="afterEffect"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16" presetID="53" presetClass="entr" presetSubtype="0" fill="hold" nodeType="afterEffect"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3500"/>
                            </p:stCondLst>
                            <p:childTnLst>
                              <p:par>
                                <p:cTn id="124" presetID="53" presetClass="entr" presetSubtype="0" fill="hold" nodeType="afterEffect"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zh-CN" altLang="en-US"/>
              <a:t>核心特性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2024837"/>
            <a:ext cx="1705429" cy="170542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1251" y="3887429"/>
            <a:ext cx="1705429" cy="170542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9277" y="3887429"/>
            <a:ext cx="1705429" cy="170542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62951" y="2024837"/>
            <a:ext cx="1705429" cy="170542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324026" y="2024840"/>
            <a:ext cx="1682426" cy="17054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cs typeface="+mn-ea"/>
                <a:sym typeface="+mn-lt"/>
              </a:rPr>
              <a:t>输入标题或关键字</a:t>
            </a:r>
          </a:p>
        </p:txBody>
      </p:sp>
      <p:sp>
        <p:nvSpPr>
          <p:cNvPr id="8" name="矩形 7"/>
          <p:cNvSpPr/>
          <p:nvPr/>
        </p:nvSpPr>
        <p:spPr>
          <a:xfrm>
            <a:off x="7890977" y="2024838"/>
            <a:ext cx="1682426" cy="17054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cs typeface="+mn-ea"/>
                <a:sym typeface="+mn-lt"/>
              </a:rPr>
              <a:t>输入标题或关键字</a:t>
            </a:r>
          </a:p>
        </p:txBody>
      </p:sp>
      <p:sp>
        <p:nvSpPr>
          <p:cNvPr id="9" name="矩形 8"/>
          <p:cNvSpPr/>
          <p:nvPr/>
        </p:nvSpPr>
        <p:spPr>
          <a:xfrm>
            <a:off x="514950" y="2782669"/>
            <a:ext cx="37643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cs typeface="+mn-ea"/>
                <a:sym typeface="+mn-lt"/>
              </a:rPr>
              <a:t>点击此处输入与此小标题或图形相关的文字描述内容或数据分析。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14949" y="2253121"/>
            <a:ext cx="3764303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700">
                <a:solidFill>
                  <a:schemeClr val="accent1"/>
                </a:solidFill>
                <a:cs typeface="+mn-ea"/>
                <a:sym typeface="+mn-lt"/>
              </a:rPr>
              <a:t>53 / 58 PASS — 3 次连续 EXIT=0</a:t>
            </a:r>
          </a:p>
        </p:txBody>
      </p:sp>
      <p:sp>
        <p:nvSpPr>
          <p:cNvPr id="11" name="椭圆 10"/>
          <p:cNvSpPr>
            <a:spLocks noChangeAspect="1"/>
          </p:cNvSpPr>
          <p:nvPr/>
        </p:nvSpPr>
        <p:spPr>
          <a:xfrm>
            <a:off x="4532037" y="3976896"/>
            <a:ext cx="330250" cy="34088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cs typeface="+mn-ea"/>
                <a:sym typeface="+mn-lt"/>
              </a:rPr>
              <a:t>1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862287" y="3976896"/>
            <a:ext cx="68691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cs typeface="+mn-ea"/>
                <a:sym typeface="+mn-lt"/>
              </a:rPr>
              <a:t>点击此处输入与此小标题或图形相关的文字描述内容或数据分析。</a:t>
            </a:r>
          </a:p>
        </p:txBody>
      </p:sp>
      <p:sp>
        <p:nvSpPr>
          <p:cNvPr id="13" name="椭圆 12"/>
          <p:cNvSpPr>
            <a:spLocks noChangeAspect="1"/>
          </p:cNvSpPr>
          <p:nvPr/>
        </p:nvSpPr>
        <p:spPr>
          <a:xfrm>
            <a:off x="4532037" y="4654810"/>
            <a:ext cx="330250" cy="34088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cs typeface="+mn-ea"/>
                <a:sym typeface="+mn-lt"/>
              </a:rPr>
              <a:t>2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862287" y="4654810"/>
            <a:ext cx="68691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cs typeface="+mn-ea"/>
                <a:sym typeface="+mn-lt"/>
              </a:rPr>
              <a:t>点击此处输入与此小标题或图形相关的文字描述内容或数据分析。</a:t>
            </a:r>
          </a:p>
        </p:txBody>
      </p:sp>
      <p:sp>
        <p:nvSpPr>
          <p:cNvPr id="15" name="椭圆 14"/>
          <p:cNvSpPr>
            <a:spLocks noChangeAspect="1"/>
          </p:cNvSpPr>
          <p:nvPr/>
        </p:nvSpPr>
        <p:spPr>
          <a:xfrm>
            <a:off x="4532037" y="5299790"/>
            <a:ext cx="330250" cy="34088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cs typeface="+mn-ea"/>
                <a:sym typeface="+mn-lt"/>
              </a:rPr>
              <a:t>2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862287" y="5299790"/>
            <a:ext cx="68691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cs typeface="+mn-ea"/>
                <a:sym typeface="+mn-lt"/>
              </a:rPr>
              <a:t>点击此处输入与此小标题或图形相关的文字描述内容或数据分析。</a:t>
            </a:r>
          </a:p>
        </p:txBody>
      </p:sp>
    </p:spTree>
    <p:extLst>
      <p:ext uri="{BB962C8B-B14F-4D97-AF65-F5344CB8AC3E}">
        <p14:creationId xmlns:p14="http://schemas.microsoft.com/office/powerpoint/2010/main" val="2189000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</p:cTn>
                        </p:par>
                        <p:par>
                          <p:cTn id="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" presetID="53" presetClass="entr" presetSubtype="0" fill="hold" grpId="0" nodeType="afterEffect"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0" fill="hold" nodeType="withEffect"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0" fill="hold" nodeType="withEffect"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1" nodeType="withEffect"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withGroup">
                            <p:stCondLst>
                              <p:cond delay="1750"/>
                            </p:stCondLst>
                            <p:childTnLst>
                              <p:par>
                                <p:cTn id="37" presetID="42" presetClass="entr" presetSubtype="0" fill="hold" grpId="3" nodeType="afterEffect"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withGroup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0" presetClass="entr" presetSubtype="0" fill="hold" grpId="2" nodeType="afterEffect"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withGroup">
                            <p:stCondLst>
                              <p:cond delay="3700"/>
                            </p:stCondLst>
                            <p:childTnLst>
                              <p:par>
                                <p:cTn id="47" presetID="10" presetClass="entr" presetSubtype="0" fill="hold" grpId="4" nodeType="afterEffect"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withGroup">
                            <p:stCondLst>
                              <p:cond delay="4200"/>
                            </p:stCondLst>
                            <p:childTnLst>
                              <p:par>
                                <p:cTn id="51" presetID="10" presetClass="entr" presetSubtype="0" fill="hold" grpId="5" nodeType="afterEffect"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withGroup">
                            <p:stCondLst>
                              <p:cond delay="5400"/>
                            </p:stCondLst>
                            <p:childTnLst>
                              <p:par>
                                <p:cTn id="55" presetID="10" presetClass="entr" presetSubtype="0" fill="hold" grpId="6" nodeType="afterEffect"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withGroup">
                            <p:stCondLst>
                              <p:cond delay="5900"/>
                            </p:stCondLst>
                            <p:childTnLst>
                              <p:par>
                                <p:cTn id="59" presetID="10" presetClass="entr" presetSubtype="0" fill="hold" grpId="7" nodeType="afterEffect"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withGroup">
                            <p:stCondLst>
                              <p:cond delay="7100"/>
                            </p:stCondLst>
                            <p:childTnLst>
                              <p:par>
                                <p:cTn id="63" presetID="10" presetClass="entr" presetSubtype="0" fill="hold" grpId="8" nodeType="afterEffect"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withGroup">
                            <p:stCondLst>
                              <p:cond delay="7600"/>
                            </p:stCondLst>
                            <p:childTnLst>
                              <p:par>
                                <p:cTn id="67" presetID="10" presetClass="entr" presetSubtype="0" fill="hold" grpId="9" nodeType="afterEffect"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1" animBg="1"/>
      <p:bldP spid="9" grpId="2"/>
      <p:bldP spid="10" grpId="3"/>
      <p:bldP spid="11" grpId="4" animBg="1"/>
      <p:bldP spid="12" grpId="5"/>
      <p:bldP spid="13" grpId="6" animBg="1"/>
      <p:bldP spid="14" grpId="7"/>
      <p:bldP spid="15" grpId="8" animBg="1"/>
      <p:bldP spid="16" grpId="9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zh-CN" altLang="en-US"/>
              <a:t>扩展能力</a:t>
            </a:r>
          </a:p>
        </p:txBody>
      </p:sp>
      <p:grpSp>
        <p:nvGrpSpPr>
          <p:cNvPr id="20" name="千图PPT彼岸天：ID 8661124库_组合 3">
            <a:extLst>
              <a:ext uri="{FF2B5EF4-FFF2-40B4-BE49-F238E27FC236}">
                <a16:creationId xmlns:a16="http://schemas.microsoft.com/office/drawing/2014/main" xmlns="" id="{983B2EA1-CFC4-4F32-893F-9C174BDAE70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166014" y="2119273"/>
            <a:ext cx="2601366" cy="2619455"/>
            <a:chOff x="1740215" y="2198819"/>
            <a:chExt cx="2601366" cy="2619455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xmlns="" id="{DB83AFE0-564D-4C83-B789-92C934E58119}"/>
                </a:ext>
              </a:extLst>
            </p:cNvPr>
            <p:cNvGrpSpPr/>
            <p:nvPr/>
          </p:nvGrpSpPr>
          <p:grpSpPr>
            <a:xfrm>
              <a:off x="1740215" y="2198819"/>
              <a:ext cx="2601366" cy="2619455"/>
              <a:chOff x="2582905" y="2616198"/>
              <a:chExt cx="1076900" cy="1084389"/>
            </a:xfrm>
          </p:grpSpPr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xmlns="" id="{748DB933-5D6D-4DB4-A980-2479D38313AD}"/>
                  </a:ext>
                </a:extLst>
              </p:cNvPr>
              <p:cNvGrpSpPr/>
              <p:nvPr/>
            </p:nvGrpSpPr>
            <p:grpSpPr>
              <a:xfrm>
                <a:off x="2582905" y="2616198"/>
                <a:ext cx="1076900" cy="1084389"/>
                <a:chOff x="721926" y="3827665"/>
                <a:chExt cx="2227443" cy="2242936"/>
              </a:xfrm>
            </p:grpSpPr>
            <p:sp>
              <p:nvSpPr>
                <p:cNvPr id="25" name="任意多边形: 形状 24">
                  <a:extLst>
                    <a:ext uri="{FF2B5EF4-FFF2-40B4-BE49-F238E27FC236}">
                      <a16:creationId xmlns:a16="http://schemas.microsoft.com/office/drawing/2014/main" xmlns="" id="{A52D8FFC-16F7-4E17-8683-878E27AD2615}"/>
                    </a:ext>
                  </a:extLst>
                </p:cNvPr>
                <p:cNvSpPr/>
                <p:nvPr/>
              </p:nvSpPr>
              <p:spPr bwMode="auto">
                <a:xfrm>
                  <a:off x="721926" y="3827665"/>
                  <a:ext cx="1125537" cy="1716089"/>
                </a:xfrm>
                <a:custGeom>
                  <a:avLst/>
                  <a:gdLst>
                    <a:gd name="T0" fmla="*/ 1004 w 8508"/>
                    <a:gd name="T1" fmla="*/ 12737 h 12977"/>
                    <a:gd name="T2" fmla="*/ 820 w 8508"/>
                    <a:gd name="T3" fmla="*/ 12369 h 12977"/>
                    <a:gd name="T4" fmla="*/ 653 w 8508"/>
                    <a:gd name="T5" fmla="*/ 11991 h 12977"/>
                    <a:gd name="T6" fmla="*/ 505 w 8508"/>
                    <a:gd name="T7" fmla="*/ 11604 h 12977"/>
                    <a:gd name="T8" fmla="*/ 373 w 8508"/>
                    <a:gd name="T9" fmla="*/ 11208 h 12977"/>
                    <a:gd name="T10" fmla="*/ 262 w 8508"/>
                    <a:gd name="T11" fmla="*/ 10804 h 12977"/>
                    <a:gd name="T12" fmla="*/ 169 w 8508"/>
                    <a:gd name="T13" fmla="*/ 10393 h 12977"/>
                    <a:gd name="T14" fmla="*/ 96 w 8508"/>
                    <a:gd name="T15" fmla="*/ 9975 h 12977"/>
                    <a:gd name="T16" fmla="*/ 43 w 8508"/>
                    <a:gd name="T17" fmla="*/ 9549 h 12977"/>
                    <a:gd name="T18" fmla="*/ 11 w 8508"/>
                    <a:gd name="T19" fmla="*/ 9118 h 12977"/>
                    <a:gd name="T20" fmla="*/ 0 w 8508"/>
                    <a:gd name="T21" fmla="*/ 8681 h 12977"/>
                    <a:gd name="T22" fmla="*/ 98 w 8508"/>
                    <a:gd name="T23" fmla="*/ 7374 h 12977"/>
                    <a:gd name="T24" fmla="*/ 381 w 8508"/>
                    <a:gd name="T25" fmla="*/ 6128 h 12977"/>
                    <a:gd name="T26" fmla="*/ 837 w 8508"/>
                    <a:gd name="T27" fmla="*/ 4958 h 12977"/>
                    <a:gd name="T28" fmla="*/ 1449 w 8508"/>
                    <a:gd name="T29" fmla="*/ 3877 h 12977"/>
                    <a:gd name="T30" fmla="*/ 2205 w 8508"/>
                    <a:gd name="T31" fmla="*/ 2899 h 12977"/>
                    <a:gd name="T32" fmla="*/ 3090 w 8508"/>
                    <a:gd name="T33" fmla="*/ 2039 h 12977"/>
                    <a:gd name="T34" fmla="*/ 4089 w 8508"/>
                    <a:gd name="T35" fmla="*/ 1311 h 12977"/>
                    <a:gd name="T36" fmla="*/ 5190 w 8508"/>
                    <a:gd name="T37" fmla="*/ 729 h 12977"/>
                    <a:gd name="T38" fmla="*/ 6377 w 8508"/>
                    <a:gd name="T39" fmla="*/ 308 h 12977"/>
                    <a:gd name="T40" fmla="*/ 7636 w 8508"/>
                    <a:gd name="T41" fmla="*/ 61 h 12977"/>
                    <a:gd name="T42" fmla="*/ 8508 w 8508"/>
                    <a:gd name="T43" fmla="*/ 4795 h 12977"/>
                    <a:gd name="T44" fmla="*/ 7939 w 8508"/>
                    <a:gd name="T45" fmla="*/ 4863 h 12977"/>
                    <a:gd name="T46" fmla="*/ 7398 w 8508"/>
                    <a:gd name="T47" fmla="*/ 5008 h 12977"/>
                    <a:gd name="T48" fmla="*/ 6890 w 8508"/>
                    <a:gd name="T49" fmla="*/ 5227 h 12977"/>
                    <a:gd name="T50" fmla="*/ 6424 w 8508"/>
                    <a:gd name="T51" fmla="*/ 5514 h 12977"/>
                    <a:gd name="T52" fmla="*/ 6004 w 8508"/>
                    <a:gd name="T53" fmla="*/ 5860 h 12977"/>
                    <a:gd name="T54" fmla="*/ 5636 w 8508"/>
                    <a:gd name="T55" fmla="*/ 6262 h 12977"/>
                    <a:gd name="T56" fmla="*/ 5326 w 8508"/>
                    <a:gd name="T57" fmla="*/ 6712 h 12977"/>
                    <a:gd name="T58" fmla="*/ 5082 w 8508"/>
                    <a:gd name="T59" fmla="*/ 7205 h 12977"/>
                    <a:gd name="T60" fmla="*/ 4909 w 8508"/>
                    <a:gd name="T61" fmla="*/ 7734 h 12977"/>
                    <a:gd name="T62" fmla="*/ 4812 w 8508"/>
                    <a:gd name="T63" fmla="*/ 8293 h 12977"/>
                    <a:gd name="T64" fmla="*/ 4792 w 8508"/>
                    <a:gd name="T65" fmla="*/ 8745 h 12977"/>
                    <a:gd name="T66" fmla="*/ 4801 w 8508"/>
                    <a:gd name="T67" fmla="*/ 8937 h 12977"/>
                    <a:gd name="T68" fmla="*/ 4817 w 8508"/>
                    <a:gd name="T69" fmla="*/ 9127 h 12977"/>
                    <a:gd name="T70" fmla="*/ 4843 w 8508"/>
                    <a:gd name="T71" fmla="*/ 9314 h 12977"/>
                    <a:gd name="T72" fmla="*/ 4878 w 8508"/>
                    <a:gd name="T73" fmla="*/ 9497 h 12977"/>
                    <a:gd name="T74" fmla="*/ 4922 w 8508"/>
                    <a:gd name="T75" fmla="*/ 9678 h 12977"/>
                    <a:gd name="T76" fmla="*/ 4973 w 8508"/>
                    <a:gd name="T77" fmla="*/ 9855 h 12977"/>
                    <a:gd name="T78" fmla="*/ 5032 w 8508"/>
                    <a:gd name="T79" fmla="*/ 10029 h 12977"/>
                    <a:gd name="T80" fmla="*/ 5101 w 8508"/>
                    <a:gd name="T81" fmla="*/ 10199 h 12977"/>
                    <a:gd name="T82" fmla="*/ 5176 w 8508"/>
                    <a:gd name="T83" fmla="*/ 10365 h 12977"/>
                    <a:gd name="T84" fmla="*/ 5258 w 8508"/>
                    <a:gd name="T85" fmla="*/ 10527 h 129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8508" h="12977">
                      <a:moveTo>
                        <a:pt x="1135" y="12977"/>
                      </a:moveTo>
                      <a:lnTo>
                        <a:pt x="1069" y="12857"/>
                      </a:lnTo>
                      <a:lnTo>
                        <a:pt x="1004" y="12737"/>
                      </a:lnTo>
                      <a:lnTo>
                        <a:pt x="941" y="12615"/>
                      </a:lnTo>
                      <a:lnTo>
                        <a:pt x="879" y="12493"/>
                      </a:lnTo>
                      <a:lnTo>
                        <a:pt x="820" y="12369"/>
                      </a:lnTo>
                      <a:lnTo>
                        <a:pt x="763" y="12244"/>
                      </a:lnTo>
                      <a:lnTo>
                        <a:pt x="706" y="12118"/>
                      </a:lnTo>
                      <a:lnTo>
                        <a:pt x="653" y="11991"/>
                      </a:lnTo>
                      <a:lnTo>
                        <a:pt x="601" y="11863"/>
                      </a:lnTo>
                      <a:lnTo>
                        <a:pt x="552" y="11734"/>
                      </a:lnTo>
                      <a:lnTo>
                        <a:pt x="505" y="11604"/>
                      </a:lnTo>
                      <a:lnTo>
                        <a:pt x="459" y="11473"/>
                      </a:lnTo>
                      <a:lnTo>
                        <a:pt x="416" y="11341"/>
                      </a:lnTo>
                      <a:lnTo>
                        <a:pt x="373" y="11208"/>
                      </a:lnTo>
                      <a:lnTo>
                        <a:pt x="334" y="11074"/>
                      </a:lnTo>
                      <a:lnTo>
                        <a:pt x="297" y="10940"/>
                      </a:lnTo>
                      <a:lnTo>
                        <a:pt x="262" y="10804"/>
                      </a:lnTo>
                      <a:lnTo>
                        <a:pt x="229" y="10668"/>
                      </a:lnTo>
                      <a:lnTo>
                        <a:pt x="198" y="10530"/>
                      </a:lnTo>
                      <a:lnTo>
                        <a:pt x="169" y="10393"/>
                      </a:lnTo>
                      <a:lnTo>
                        <a:pt x="142" y="10254"/>
                      </a:lnTo>
                      <a:lnTo>
                        <a:pt x="118" y="10115"/>
                      </a:lnTo>
                      <a:lnTo>
                        <a:pt x="96" y="9975"/>
                      </a:lnTo>
                      <a:lnTo>
                        <a:pt x="76" y="9834"/>
                      </a:lnTo>
                      <a:lnTo>
                        <a:pt x="59" y="9691"/>
                      </a:lnTo>
                      <a:lnTo>
                        <a:pt x="43" y="9549"/>
                      </a:lnTo>
                      <a:lnTo>
                        <a:pt x="30" y="9406"/>
                      </a:lnTo>
                      <a:lnTo>
                        <a:pt x="20" y="9263"/>
                      </a:lnTo>
                      <a:lnTo>
                        <a:pt x="11" y="9118"/>
                      </a:lnTo>
                      <a:lnTo>
                        <a:pt x="4" y="8973"/>
                      </a:lnTo>
                      <a:lnTo>
                        <a:pt x="1" y="8827"/>
                      </a:lnTo>
                      <a:lnTo>
                        <a:pt x="0" y="8681"/>
                      </a:lnTo>
                      <a:lnTo>
                        <a:pt x="11" y="8239"/>
                      </a:lnTo>
                      <a:lnTo>
                        <a:pt x="43" y="7804"/>
                      </a:lnTo>
                      <a:lnTo>
                        <a:pt x="98" y="7374"/>
                      </a:lnTo>
                      <a:lnTo>
                        <a:pt x="173" y="6952"/>
                      </a:lnTo>
                      <a:lnTo>
                        <a:pt x="267" y="6536"/>
                      </a:lnTo>
                      <a:lnTo>
                        <a:pt x="381" y="6128"/>
                      </a:lnTo>
                      <a:lnTo>
                        <a:pt x="514" y="5730"/>
                      </a:lnTo>
                      <a:lnTo>
                        <a:pt x="666" y="5339"/>
                      </a:lnTo>
                      <a:lnTo>
                        <a:pt x="837" y="4958"/>
                      </a:lnTo>
                      <a:lnTo>
                        <a:pt x="1023" y="4587"/>
                      </a:lnTo>
                      <a:lnTo>
                        <a:pt x="1229" y="4226"/>
                      </a:lnTo>
                      <a:lnTo>
                        <a:pt x="1449" y="3877"/>
                      </a:lnTo>
                      <a:lnTo>
                        <a:pt x="1685" y="3538"/>
                      </a:lnTo>
                      <a:lnTo>
                        <a:pt x="1938" y="3213"/>
                      </a:lnTo>
                      <a:lnTo>
                        <a:pt x="2205" y="2899"/>
                      </a:lnTo>
                      <a:lnTo>
                        <a:pt x="2486" y="2598"/>
                      </a:lnTo>
                      <a:lnTo>
                        <a:pt x="2781" y="2312"/>
                      </a:lnTo>
                      <a:lnTo>
                        <a:pt x="3090" y="2039"/>
                      </a:lnTo>
                      <a:lnTo>
                        <a:pt x="3411" y="1781"/>
                      </a:lnTo>
                      <a:lnTo>
                        <a:pt x="3744" y="1538"/>
                      </a:lnTo>
                      <a:lnTo>
                        <a:pt x="4089" y="1311"/>
                      </a:lnTo>
                      <a:lnTo>
                        <a:pt x="4446" y="1101"/>
                      </a:lnTo>
                      <a:lnTo>
                        <a:pt x="4813" y="906"/>
                      </a:lnTo>
                      <a:lnTo>
                        <a:pt x="5190" y="729"/>
                      </a:lnTo>
                      <a:lnTo>
                        <a:pt x="5577" y="570"/>
                      </a:lnTo>
                      <a:lnTo>
                        <a:pt x="5972" y="430"/>
                      </a:lnTo>
                      <a:lnTo>
                        <a:pt x="6377" y="308"/>
                      </a:lnTo>
                      <a:lnTo>
                        <a:pt x="6789" y="205"/>
                      </a:lnTo>
                      <a:lnTo>
                        <a:pt x="7209" y="123"/>
                      </a:lnTo>
                      <a:lnTo>
                        <a:pt x="7636" y="61"/>
                      </a:lnTo>
                      <a:lnTo>
                        <a:pt x="8069" y="20"/>
                      </a:lnTo>
                      <a:lnTo>
                        <a:pt x="8508" y="0"/>
                      </a:lnTo>
                      <a:lnTo>
                        <a:pt x="8508" y="4795"/>
                      </a:lnTo>
                      <a:lnTo>
                        <a:pt x="8316" y="4808"/>
                      </a:lnTo>
                      <a:lnTo>
                        <a:pt x="8126" y="4831"/>
                      </a:lnTo>
                      <a:lnTo>
                        <a:pt x="7939" y="4863"/>
                      </a:lnTo>
                      <a:lnTo>
                        <a:pt x="7755" y="4903"/>
                      </a:lnTo>
                      <a:lnTo>
                        <a:pt x="7575" y="4952"/>
                      </a:lnTo>
                      <a:lnTo>
                        <a:pt x="7398" y="5008"/>
                      </a:lnTo>
                      <a:lnTo>
                        <a:pt x="7225" y="5073"/>
                      </a:lnTo>
                      <a:lnTo>
                        <a:pt x="7055" y="5147"/>
                      </a:lnTo>
                      <a:lnTo>
                        <a:pt x="6890" y="5227"/>
                      </a:lnTo>
                      <a:lnTo>
                        <a:pt x="6731" y="5315"/>
                      </a:lnTo>
                      <a:lnTo>
                        <a:pt x="6574" y="5411"/>
                      </a:lnTo>
                      <a:lnTo>
                        <a:pt x="6424" y="5514"/>
                      </a:lnTo>
                      <a:lnTo>
                        <a:pt x="6278" y="5622"/>
                      </a:lnTo>
                      <a:lnTo>
                        <a:pt x="6138" y="5738"/>
                      </a:lnTo>
                      <a:lnTo>
                        <a:pt x="6004" y="5860"/>
                      </a:lnTo>
                      <a:lnTo>
                        <a:pt x="5876" y="5988"/>
                      </a:lnTo>
                      <a:lnTo>
                        <a:pt x="5753" y="6122"/>
                      </a:lnTo>
                      <a:lnTo>
                        <a:pt x="5636" y="6262"/>
                      </a:lnTo>
                      <a:lnTo>
                        <a:pt x="5526" y="6407"/>
                      </a:lnTo>
                      <a:lnTo>
                        <a:pt x="5423" y="6557"/>
                      </a:lnTo>
                      <a:lnTo>
                        <a:pt x="5326" y="6712"/>
                      </a:lnTo>
                      <a:lnTo>
                        <a:pt x="5237" y="6872"/>
                      </a:lnTo>
                      <a:lnTo>
                        <a:pt x="5156" y="7037"/>
                      </a:lnTo>
                      <a:lnTo>
                        <a:pt x="5082" y="7205"/>
                      </a:lnTo>
                      <a:lnTo>
                        <a:pt x="5016" y="7377"/>
                      </a:lnTo>
                      <a:lnTo>
                        <a:pt x="4959" y="7554"/>
                      </a:lnTo>
                      <a:lnTo>
                        <a:pt x="4909" y="7734"/>
                      </a:lnTo>
                      <a:lnTo>
                        <a:pt x="4867" y="7918"/>
                      </a:lnTo>
                      <a:lnTo>
                        <a:pt x="4835" y="8105"/>
                      </a:lnTo>
                      <a:lnTo>
                        <a:pt x="4812" y="8293"/>
                      </a:lnTo>
                      <a:lnTo>
                        <a:pt x="4797" y="8487"/>
                      </a:lnTo>
                      <a:lnTo>
                        <a:pt x="4792" y="8681"/>
                      </a:lnTo>
                      <a:lnTo>
                        <a:pt x="4792" y="8745"/>
                      </a:lnTo>
                      <a:lnTo>
                        <a:pt x="4795" y="8810"/>
                      </a:lnTo>
                      <a:lnTo>
                        <a:pt x="4797" y="8874"/>
                      </a:lnTo>
                      <a:lnTo>
                        <a:pt x="4801" y="8937"/>
                      </a:lnTo>
                      <a:lnTo>
                        <a:pt x="4805" y="9001"/>
                      </a:lnTo>
                      <a:lnTo>
                        <a:pt x="4811" y="9064"/>
                      </a:lnTo>
                      <a:lnTo>
                        <a:pt x="4817" y="9127"/>
                      </a:lnTo>
                      <a:lnTo>
                        <a:pt x="4825" y="9190"/>
                      </a:lnTo>
                      <a:lnTo>
                        <a:pt x="4834" y="9252"/>
                      </a:lnTo>
                      <a:lnTo>
                        <a:pt x="4843" y="9314"/>
                      </a:lnTo>
                      <a:lnTo>
                        <a:pt x="4854" y="9376"/>
                      </a:lnTo>
                      <a:lnTo>
                        <a:pt x="4866" y="9436"/>
                      </a:lnTo>
                      <a:lnTo>
                        <a:pt x="4878" y="9497"/>
                      </a:lnTo>
                      <a:lnTo>
                        <a:pt x="4892" y="9558"/>
                      </a:lnTo>
                      <a:lnTo>
                        <a:pt x="4906" y="9619"/>
                      </a:lnTo>
                      <a:lnTo>
                        <a:pt x="4922" y="9678"/>
                      </a:lnTo>
                      <a:lnTo>
                        <a:pt x="4938" y="9738"/>
                      </a:lnTo>
                      <a:lnTo>
                        <a:pt x="4955" y="9797"/>
                      </a:lnTo>
                      <a:lnTo>
                        <a:pt x="4973" y="9855"/>
                      </a:lnTo>
                      <a:lnTo>
                        <a:pt x="4992" y="9914"/>
                      </a:lnTo>
                      <a:lnTo>
                        <a:pt x="5012" y="9971"/>
                      </a:lnTo>
                      <a:lnTo>
                        <a:pt x="5032" y="10029"/>
                      </a:lnTo>
                      <a:lnTo>
                        <a:pt x="5054" y="10086"/>
                      </a:lnTo>
                      <a:lnTo>
                        <a:pt x="5077" y="10143"/>
                      </a:lnTo>
                      <a:lnTo>
                        <a:pt x="5101" y="10199"/>
                      </a:lnTo>
                      <a:lnTo>
                        <a:pt x="5125" y="10255"/>
                      </a:lnTo>
                      <a:lnTo>
                        <a:pt x="5150" y="10310"/>
                      </a:lnTo>
                      <a:lnTo>
                        <a:pt x="5176" y="10365"/>
                      </a:lnTo>
                      <a:lnTo>
                        <a:pt x="5202" y="10420"/>
                      </a:lnTo>
                      <a:lnTo>
                        <a:pt x="5230" y="10474"/>
                      </a:lnTo>
                      <a:lnTo>
                        <a:pt x="5258" y="10527"/>
                      </a:lnTo>
                      <a:lnTo>
                        <a:pt x="5287" y="10579"/>
                      </a:lnTo>
                      <a:lnTo>
                        <a:pt x="1135" y="12977"/>
                      </a:lnTo>
                      <a:close/>
                    </a:path>
                  </a:pathLst>
                </a:custGeom>
                <a:solidFill>
                  <a:schemeClr val="accent2">
                    <a:lumMod val="100000"/>
                  </a:schemeClr>
                </a:solidFill>
                <a:ln>
                  <a:solidFill>
                    <a:schemeClr val="bg1"/>
                  </a:solidFill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" name="任意多边形: 形状 25">
                  <a:extLst>
                    <a:ext uri="{FF2B5EF4-FFF2-40B4-BE49-F238E27FC236}">
                      <a16:creationId xmlns:a16="http://schemas.microsoft.com/office/drawing/2014/main" xmlns="" id="{767CAA55-E6FC-4188-8EC7-EA86F4FB03D6}"/>
                    </a:ext>
                  </a:extLst>
                </p:cNvPr>
                <p:cNvSpPr/>
                <p:nvPr/>
              </p:nvSpPr>
              <p:spPr bwMode="auto">
                <a:xfrm>
                  <a:off x="861355" y="5211763"/>
                  <a:ext cx="1947863" cy="858838"/>
                </a:xfrm>
                <a:custGeom>
                  <a:avLst/>
                  <a:gdLst>
                    <a:gd name="T0" fmla="*/ 252217063 w 14736"/>
                    <a:gd name="T1" fmla="*/ 49939682 h 6488"/>
                    <a:gd name="T2" fmla="*/ 243445731 w 14736"/>
                    <a:gd name="T3" fmla="*/ 61101664 h 6488"/>
                    <a:gd name="T4" fmla="*/ 233696106 w 14736"/>
                    <a:gd name="T5" fmla="*/ 71387467 h 6488"/>
                    <a:gd name="T6" fmla="*/ 223037716 w 14736"/>
                    <a:gd name="T7" fmla="*/ 80727066 h 6488"/>
                    <a:gd name="T8" fmla="*/ 211523302 w 14736"/>
                    <a:gd name="T9" fmla="*/ 89032829 h 6488"/>
                    <a:gd name="T10" fmla="*/ 199257555 w 14736"/>
                    <a:gd name="T11" fmla="*/ 96287150 h 6488"/>
                    <a:gd name="T12" fmla="*/ 186275371 w 14736"/>
                    <a:gd name="T13" fmla="*/ 102349980 h 6488"/>
                    <a:gd name="T14" fmla="*/ 172646807 w 14736"/>
                    <a:gd name="T15" fmla="*/ 107203844 h 6488"/>
                    <a:gd name="T16" fmla="*/ 158494001 w 14736"/>
                    <a:gd name="T17" fmla="*/ 110760980 h 6488"/>
                    <a:gd name="T18" fmla="*/ 143834402 w 14736"/>
                    <a:gd name="T19" fmla="*/ 112951229 h 6488"/>
                    <a:gd name="T20" fmla="*/ 128738199 w 14736"/>
                    <a:gd name="T21" fmla="*/ 113687224 h 6488"/>
                    <a:gd name="T22" fmla="*/ 113641865 w 14736"/>
                    <a:gd name="T23" fmla="*/ 112951229 h 6488"/>
                    <a:gd name="T24" fmla="*/ 98982266 w 14736"/>
                    <a:gd name="T25" fmla="*/ 110760980 h 6488"/>
                    <a:gd name="T26" fmla="*/ 84829460 w 14736"/>
                    <a:gd name="T27" fmla="*/ 107203844 h 6488"/>
                    <a:gd name="T28" fmla="*/ 71200896 w 14736"/>
                    <a:gd name="T29" fmla="*/ 102349980 h 6488"/>
                    <a:gd name="T30" fmla="*/ 58218712 w 14736"/>
                    <a:gd name="T31" fmla="*/ 96287150 h 6488"/>
                    <a:gd name="T32" fmla="*/ 45952964 w 14736"/>
                    <a:gd name="T33" fmla="*/ 89032829 h 6488"/>
                    <a:gd name="T34" fmla="*/ 34438551 w 14736"/>
                    <a:gd name="T35" fmla="*/ 80727066 h 6488"/>
                    <a:gd name="T36" fmla="*/ 23780161 w 14736"/>
                    <a:gd name="T37" fmla="*/ 71387467 h 6488"/>
                    <a:gd name="T38" fmla="*/ 14030535 w 14736"/>
                    <a:gd name="T39" fmla="*/ 61101664 h 6488"/>
                    <a:gd name="T40" fmla="*/ 5259204 w 14736"/>
                    <a:gd name="T41" fmla="*/ 49939682 h 6488"/>
                    <a:gd name="T42" fmla="*/ 72616190 w 14736"/>
                    <a:gd name="T43" fmla="*/ 0 h 6488"/>
                    <a:gd name="T44" fmla="*/ 76267904 w 14736"/>
                    <a:gd name="T45" fmla="*/ 4853732 h 6488"/>
                    <a:gd name="T46" fmla="*/ 80339038 w 14736"/>
                    <a:gd name="T47" fmla="*/ 9392151 h 6488"/>
                    <a:gd name="T48" fmla="*/ 84794564 w 14736"/>
                    <a:gd name="T49" fmla="*/ 13527493 h 6488"/>
                    <a:gd name="T50" fmla="*/ 89599451 w 14736"/>
                    <a:gd name="T51" fmla="*/ 17259890 h 6488"/>
                    <a:gd name="T52" fmla="*/ 94736384 w 14736"/>
                    <a:gd name="T53" fmla="*/ 20571606 h 6488"/>
                    <a:gd name="T54" fmla="*/ 100187916 w 14736"/>
                    <a:gd name="T55" fmla="*/ 23410351 h 6488"/>
                    <a:gd name="T56" fmla="*/ 105883987 w 14736"/>
                    <a:gd name="T57" fmla="*/ 25758389 h 6488"/>
                    <a:gd name="T58" fmla="*/ 111859628 w 14736"/>
                    <a:gd name="T59" fmla="*/ 27580772 h 6488"/>
                    <a:gd name="T60" fmla="*/ 118027464 w 14736"/>
                    <a:gd name="T61" fmla="*/ 28859895 h 6488"/>
                    <a:gd name="T62" fmla="*/ 124387496 w 14736"/>
                    <a:gd name="T63" fmla="*/ 29560812 h 6488"/>
                    <a:gd name="T64" fmla="*/ 130922143 w 14736"/>
                    <a:gd name="T65" fmla="*/ 29665917 h 6488"/>
                    <a:gd name="T66" fmla="*/ 137352100 w 14736"/>
                    <a:gd name="T67" fmla="*/ 29175341 h 6488"/>
                    <a:gd name="T68" fmla="*/ 143589862 w 14736"/>
                    <a:gd name="T69" fmla="*/ 28071348 h 6488"/>
                    <a:gd name="T70" fmla="*/ 149617847 w 14736"/>
                    <a:gd name="T71" fmla="*/ 26424227 h 6488"/>
                    <a:gd name="T72" fmla="*/ 155418741 w 14736"/>
                    <a:gd name="T73" fmla="*/ 24233846 h 6488"/>
                    <a:gd name="T74" fmla="*/ 160957646 w 14736"/>
                    <a:gd name="T75" fmla="*/ 21570495 h 6488"/>
                    <a:gd name="T76" fmla="*/ 166181953 w 14736"/>
                    <a:gd name="T77" fmla="*/ 18416304 h 6488"/>
                    <a:gd name="T78" fmla="*/ 171126691 w 14736"/>
                    <a:gd name="T79" fmla="*/ 14824222 h 6488"/>
                    <a:gd name="T80" fmla="*/ 175687038 w 14736"/>
                    <a:gd name="T81" fmla="*/ 10811457 h 6488"/>
                    <a:gd name="T82" fmla="*/ 179897891 w 14736"/>
                    <a:gd name="T83" fmla="*/ 6395749 h 6488"/>
                    <a:gd name="T84" fmla="*/ 183689456 w 14736"/>
                    <a:gd name="T85" fmla="*/ 1647121 h 6488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14736" h="6488">
                      <a:moveTo>
                        <a:pt x="14736" y="2398"/>
                      </a:moveTo>
                      <a:lnTo>
                        <a:pt x="14589" y="2626"/>
                      </a:lnTo>
                      <a:lnTo>
                        <a:pt x="14435" y="2850"/>
                      </a:lnTo>
                      <a:lnTo>
                        <a:pt x="14273" y="3067"/>
                      </a:lnTo>
                      <a:lnTo>
                        <a:pt x="14106" y="3280"/>
                      </a:lnTo>
                      <a:lnTo>
                        <a:pt x="13933" y="3487"/>
                      </a:lnTo>
                      <a:lnTo>
                        <a:pt x="13753" y="3688"/>
                      </a:lnTo>
                      <a:lnTo>
                        <a:pt x="13567" y="3884"/>
                      </a:lnTo>
                      <a:lnTo>
                        <a:pt x="13375" y="4074"/>
                      </a:lnTo>
                      <a:lnTo>
                        <a:pt x="13177" y="4258"/>
                      </a:lnTo>
                      <a:lnTo>
                        <a:pt x="12973" y="4436"/>
                      </a:lnTo>
                      <a:lnTo>
                        <a:pt x="12765" y="4607"/>
                      </a:lnTo>
                      <a:lnTo>
                        <a:pt x="12550" y="4772"/>
                      </a:lnTo>
                      <a:lnTo>
                        <a:pt x="12331" y="4930"/>
                      </a:lnTo>
                      <a:lnTo>
                        <a:pt x="12106" y="5081"/>
                      </a:lnTo>
                      <a:lnTo>
                        <a:pt x="11876" y="5227"/>
                      </a:lnTo>
                      <a:lnTo>
                        <a:pt x="11643" y="5365"/>
                      </a:lnTo>
                      <a:lnTo>
                        <a:pt x="11404" y="5495"/>
                      </a:lnTo>
                      <a:lnTo>
                        <a:pt x="11160" y="5618"/>
                      </a:lnTo>
                      <a:lnTo>
                        <a:pt x="10912" y="5734"/>
                      </a:lnTo>
                      <a:lnTo>
                        <a:pt x="10661" y="5841"/>
                      </a:lnTo>
                      <a:lnTo>
                        <a:pt x="10405" y="5942"/>
                      </a:lnTo>
                      <a:lnTo>
                        <a:pt x="10145" y="6034"/>
                      </a:lnTo>
                      <a:lnTo>
                        <a:pt x="9881" y="6118"/>
                      </a:lnTo>
                      <a:lnTo>
                        <a:pt x="9614" y="6194"/>
                      </a:lnTo>
                      <a:lnTo>
                        <a:pt x="9344" y="6262"/>
                      </a:lnTo>
                      <a:lnTo>
                        <a:pt x="9071" y="6321"/>
                      </a:lnTo>
                      <a:lnTo>
                        <a:pt x="8794" y="6372"/>
                      </a:lnTo>
                      <a:lnTo>
                        <a:pt x="8514" y="6413"/>
                      </a:lnTo>
                      <a:lnTo>
                        <a:pt x="8232" y="6446"/>
                      </a:lnTo>
                      <a:lnTo>
                        <a:pt x="7946" y="6470"/>
                      </a:lnTo>
                      <a:lnTo>
                        <a:pt x="7658" y="6484"/>
                      </a:lnTo>
                      <a:lnTo>
                        <a:pt x="7368" y="6488"/>
                      </a:lnTo>
                      <a:lnTo>
                        <a:pt x="7078" y="6484"/>
                      </a:lnTo>
                      <a:lnTo>
                        <a:pt x="6790" y="6470"/>
                      </a:lnTo>
                      <a:lnTo>
                        <a:pt x="6504" y="6446"/>
                      </a:lnTo>
                      <a:lnTo>
                        <a:pt x="6222" y="6413"/>
                      </a:lnTo>
                      <a:lnTo>
                        <a:pt x="5942" y="6372"/>
                      </a:lnTo>
                      <a:lnTo>
                        <a:pt x="5665" y="6321"/>
                      </a:lnTo>
                      <a:lnTo>
                        <a:pt x="5392" y="6262"/>
                      </a:lnTo>
                      <a:lnTo>
                        <a:pt x="5122" y="6194"/>
                      </a:lnTo>
                      <a:lnTo>
                        <a:pt x="4855" y="6118"/>
                      </a:lnTo>
                      <a:lnTo>
                        <a:pt x="4591" y="6034"/>
                      </a:lnTo>
                      <a:lnTo>
                        <a:pt x="4331" y="5942"/>
                      </a:lnTo>
                      <a:lnTo>
                        <a:pt x="4075" y="5841"/>
                      </a:lnTo>
                      <a:lnTo>
                        <a:pt x="3824" y="5734"/>
                      </a:lnTo>
                      <a:lnTo>
                        <a:pt x="3576" y="5618"/>
                      </a:lnTo>
                      <a:lnTo>
                        <a:pt x="3332" y="5495"/>
                      </a:lnTo>
                      <a:lnTo>
                        <a:pt x="3093" y="5365"/>
                      </a:lnTo>
                      <a:lnTo>
                        <a:pt x="2860" y="5227"/>
                      </a:lnTo>
                      <a:lnTo>
                        <a:pt x="2630" y="5081"/>
                      </a:lnTo>
                      <a:lnTo>
                        <a:pt x="2405" y="4930"/>
                      </a:lnTo>
                      <a:lnTo>
                        <a:pt x="2186" y="4772"/>
                      </a:lnTo>
                      <a:lnTo>
                        <a:pt x="1971" y="4607"/>
                      </a:lnTo>
                      <a:lnTo>
                        <a:pt x="1763" y="4436"/>
                      </a:lnTo>
                      <a:lnTo>
                        <a:pt x="1559" y="4258"/>
                      </a:lnTo>
                      <a:lnTo>
                        <a:pt x="1361" y="4074"/>
                      </a:lnTo>
                      <a:lnTo>
                        <a:pt x="1169" y="3884"/>
                      </a:lnTo>
                      <a:lnTo>
                        <a:pt x="983" y="3688"/>
                      </a:lnTo>
                      <a:lnTo>
                        <a:pt x="803" y="3487"/>
                      </a:lnTo>
                      <a:lnTo>
                        <a:pt x="630" y="3280"/>
                      </a:lnTo>
                      <a:lnTo>
                        <a:pt x="463" y="3067"/>
                      </a:lnTo>
                      <a:lnTo>
                        <a:pt x="301" y="2850"/>
                      </a:lnTo>
                      <a:lnTo>
                        <a:pt x="147" y="2626"/>
                      </a:lnTo>
                      <a:lnTo>
                        <a:pt x="0" y="2399"/>
                      </a:lnTo>
                      <a:lnTo>
                        <a:pt x="4156" y="0"/>
                      </a:lnTo>
                      <a:lnTo>
                        <a:pt x="4223" y="94"/>
                      </a:lnTo>
                      <a:lnTo>
                        <a:pt x="4292" y="187"/>
                      </a:lnTo>
                      <a:lnTo>
                        <a:pt x="4365" y="277"/>
                      </a:lnTo>
                      <a:lnTo>
                        <a:pt x="4440" y="366"/>
                      </a:lnTo>
                      <a:lnTo>
                        <a:pt x="4518" y="452"/>
                      </a:lnTo>
                      <a:lnTo>
                        <a:pt x="4598" y="536"/>
                      </a:lnTo>
                      <a:lnTo>
                        <a:pt x="4681" y="617"/>
                      </a:lnTo>
                      <a:lnTo>
                        <a:pt x="4766" y="696"/>
                      </a:lnTo>
                      <a:lnTo>
                        <a:pt x="4853" y="772"/>
                      </a:lnTo>
                      <a:lnTo>
                        <a:pt x="4942" y="846"/>
                      </a:lnTo>
                      <a:lnTo>
                        <a:pt x="5035" y="917"/>
                      </a:lnTo>
                      <a:lnTo>
                        <a:pt x="5128" y="985"/>
                      </a:lnTo>
                      <a:lnTo>
                        <a:pt x="5225" y="1051"/>
                      </a:lnTo>
                      <a:lnTo>
                        <a:pt x="5322" y="1114"/>
                      </a:lnTo>
                      <a:lnTo>
                        <a:pt x="5422" y="1174"/>
                      </a:lnTo>
                      <a:lnTo>
                        <a:pt x="5524" y="1231"/>
                      </a:lnTo>
                      <a:lnTo>
                        <a:pt x="5628" y="1285"/>
                      </a:lnTo>
                      <a:lnTo>
                        <a:pt x="5734" y="1336"/>
                      </a:lnTo>
                      <a:lnTo>
                        <a:pt x="5841" y="1383"/>
                      </a:lnTo>
                      <a:lnTo>
                        <a:pt x="5950" y="1428"/>
                      </a:lnTo>
                      <a:lnTo>
                        <a:pt x="6060" y="1470"/>
                      </a:lnTo>
                      <a:lnTo>
                        <a:pt x="6173" y="1508"/>
                      </a:lnTo>
                      <a:lnTo>
                        <a:pt x="6287" y="1543"/>
                      </a:lnTo>
                      <a:lnTo>
                        <a:pt x="6402" y="1574"/>
                      </a:lnTo>
                      <a:lnTo>
                        <a:pt x="6518" y="1602"/>
                      </a:lnTo>
                      <a:lnTo>
                        <a:pt x="6637" y="1627"/>
                      </a:lnTo>
                      <a:lnTo>
                        <a:pt x="6755" y="1647"/>
                      </a:lnTo>
                      <a:lnTo>
                        <a:pt x="6875" y="1665"/>
                      </a:lnTo>
                      <a:lnTo>
                        <a:pt x="6997" y="1678"/>
                      </a:lnTo>
                      <a:lnTo>
                        <a:pt x="7119" y="1687"/>
                      </a:lnTo>
                      <a:lnTo>
                        <a:pt x="7243" y="1693"/>
                      </a:lnTo>
                      <a:lnTo>
                        <a:pt x="7368" y="1695"/>
                      </a:lnTo>
                      <a:lnTo>
                        <a:pt x="7493" y="1693"/>
                      </a:lnTo>
                      <a:lnTo>
                        <a:pt x="7617" y="1687"/>
                      </a:lnTo>
                      <a:lnTo>
                        <a:pt x="7739" y="1678"/>
                      </a:lnTo>
                      <a:lnTo>
                        <a:pt x="7861" y="1665"/>
                      </a:lnTo>
                      <a:lnTo>
                        <a:pt x="7981" y="1647"/>
                      </a:lnTo>
                      <a:lnTo>
                        <a:pt x="8099" y="1627"/>
                      </a:lnTo>
                      <a:lnTo>
                        <a:pt x="8218" y="1602"/>
                      </a:lnTo>
                      <a:lnTo>
                        <a:pt x="8334" y="1574"/>
                      </a:lnTo>
                      <a:lnTo>
                        <a:pt x="8449" y="1543"/>
                      </a:lnTo>
                      <a:lnTo>
                        <a:pt x="8563" y="1508"/>
                      </a:lnTo>
                      <a:lnTo>
                        <a:pt x="8676" y="1469"/>
                      </a:lnTo>
                      <a:lnTo>
                        <a:pt x="8786" y="1428"/>
                      </a:lnTo>
                      <a:lnTo>
                        <a:pt x="8895" y="1383"/>
                      </a:lnTo>
                      <a:lnTo>
                        <a:pt x="9002" y="1336"/>
                      </a:lnTo>
                      <a:lnTo>
                        <a:pt x="9108" y="1285"/>
                      </a:lnTo>
                      <a:lnTo>
                        <a:pt x="9212" y="1231"/>
                      </a:lnTo>
                      <a:lnTo>
                        <a:pt x="9314" y="1174"/>
                      </a:lnTo>
                      <a:lnTo>
                        <a:pt x="9414" y="1114"/>
                      </a:lnTo>
                      <a:lnTo>
                        <a:pt x="9511" y="1051"/>
                      </a:lnTo>
                      <a:lnTo>
                        <a:pt x="9608" y="985"/>
                      </a:lnTo>
                      <a:lnTo>
                        <a:pt x="9701" y="917"/>
                      </a:lnTo>
                      <a:lnTo>
                        <a:pt x="9794" y="846"/>
                      </a:lnTo>
                      <a:lnTo>
                        <a:pt x="9883" y="772"/>
                      </a:lnTo>
                      <a:lnTo>
                        <a:pt x="9970" y="696"/>
                      </a:lnTo>
                      <a:lnTo>
                        <a:pt x="10055" y="617"/>
                      </a:lnTo>
                      <a:lnTo>
                        <a:pt x="10138" y="536"/>
                      </a:lnTo>
                      <a:lnTo>
                        <a:pt x="10218" y="452"/>
                      </a:lnTo>
                      <a:lnTo>
                        <a:pt x="10296" y="365"/>
                      </a:lnTo>
                      <a:lnTo>
                        <a:pt x="10371" y="277"/>
                      </a:lnTo>
                      <a:lnTo>
                        <a:pt x="10444" y="187"/>
                      </a:lnTo>
                      <a:lnTo>
                        <a:pt x="10513" y="94"/>
                      </a:lnTo>
                      <a:lnTo>
                        <a:pt x="10580" y="0"/>
                      </a:lnTo>
                      <a:lnTo>
                        <a:pt x="14736" y="2398"/>
                      </a:lnTo>
                      <a:close/>
                    </a:path>
                  </a:pathLst>
                </a:custGeom>
                <a:solidFill>
                  <a:schemeClr val="accent4">
                    <a:lumMod val="100000"/>
                  </a:schemeClr>
                </a:solidFill>
                <a:ln w="9525">
                  <a:solidFill>
                    <a:schemeClr val="bg1"/>
                  </a:solidFill>
                  <a:rou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" name="任意多边形: 形状 26">
                  <a:extLst>
                    <a:ext uri="{FF2B5EF4-FFF2-40B4-BE49-F238E27FC236}">
                      <a16:creationId xmlns:a16="http://schemas.microsoft.com/office/drawing/2014/main" xmlns="" id="{7CF5B6D9-83E2-499F-830B-4EE54B5D070E}"/>
                    </a:ext>
                  </a:extLst>
                </p:cNvPr>
                <p:cNvSpPr/>
                <p:nvPr/>
              </p:nvSpPr>
              <p:spPr bwMode="auto">
                <a:xfrm>
                  <a:off x="1823832" y="3827665"/>
                  <a:ext cx="1125537" cy="1716089"/>
                </a:xfrm>
                <a:custGeom>
                  <a:avLst/>
                  <a:gdLst>
                    <a:gd name="T0" fmla="*/ 15260909 w 8508"/>
                    <a:gd name="T1" fmla="*/ 1066786 h 12977"/>
                    <a:gd name="T2" fmla="*/ 37294889 w 8508"/>
                    <a:gd name="T3" fmla="*/ 5368709 h 12977"/>
                    <a:gd name="T4" fmla="*/ 58068659 w 8508"/>
                    <a:gd name="T5" fmla="*/ 12748403 h 12977"/>
                    <a:gd name="T6" fmla="*/ 77337346 w 8508"/>
                    <a:gd name="T7" fmla="*/ 22926312 h 12977"/>
                    <a:gd name="T8" fmla="*/ 94821020 w 8508"/>
                    <a:gd name="T9" fmla="*/ 35657259 h 12977"/>
                    <a:gd name="T10" fmla="*/ 110309471 w 8508"/>
                    <a:gd name="T11" fmla="*/ 50696601 h 12977"/>
                    <a:gd name="T12" fmla="*/ 123540231 w 8508"/>
                    <a:gd name="T13" fmla="*/ 67799427 h 12977"/>
                    <a:gd name="T14" fmla="*/ 134250966 w 8508"/>
                    <a:gd name="T15" fmla="*/ 86703637 h 12977"/>
                    <a:gd name="T16" fmla="*/ 142231464 w 8508"/>
                    <a:gd name="T17" fmla="*/ 107164056 h 12977"/>
                    <a:gd name="T18" fmla="*/ 147184202 w 8508"/>
                    <a:gd name="T19" fmla="*/ 128953626 h 12977"/>
                    <a:gd name="T20" fmla="*/ 148899364 w 8508"/>
                    <a:gd name="T21" fmla="*/ 151809982 h 12977"/>
                    <a:gd name="T22" fmla="*/ 148706880 w 8508"/>
                    <a:gd name="T23" fmla="*/ 159452042 h 12977"/>
                    <a:gd name="T24" fmla="*/ 148146756 w 8508"/>
                    <a:gd name="T25" fmla="*/ 166989234 h 12977"/>
                    <a:gd name="T26" fmla="*/ 147219259 w 8508"/>
                    <a:gd name="T27" fmla="*/ 174438884 h 12977"/>
                    <a:gd name="T28" fmla="*/ 145941718 w 8508"/>
                    <a:gd name="T29" fmla="*/ 181748755 h 12977"/>
                    <a:gd name="T30" fmla="*/ 144314133 w 8508"/>
                    <a:gd name="T31" fmla="*/ 188936171 h 12977"/>
                    <a:gd name="T32" fmla="*/ 142371429 w 8508"/>
                    <a:gd name="T33" fmla="*/ 196001132 h 12977"/>
                    <a:gd name="T34" fmla="*/ 140061351 w 8508"/>
                    <a:gd name="T35" fmla="*/ 202926183 h 12977"/>
                    <a:gd name="T36" fmla="*/ 137471211 w 8508"/>
                    <a:gd name="T37" fmla="*/ 209693999 h 12977"/>
                    <a:gd name="T38" fmla="*/ 134548490 w 8508"/>
                    <a:gd name="T39" fmla="*/ 216304317 h 12977"/>
                    <a:gd name="T40" fmla="*/ 131328245 w 8508"/>
                    <a:gd name="T41" fmla="*/ 222739680 h 12977"/>
                    <a:gd name="T42" fmla="*/ 56371092 w 8508"/>
                    <a:gd name="T43" fmla="*/ 185001480 h 12977"/>
                    <a:gd name="T44" fmla="*/ 57858580 w 8508"/>
                    <a:gd name="T45" fmla="*/ 182220854 h 12977"/>
                    <a:gd name="T46" fmla="*/ 59206236 w 8508"/>
                    <a:gd name="T47" fmla="*/ 179335494 h 12977"/>
                    <a:gd name="T48" fmla="*/ 60448852 w 8508"/>
                    <a:gd name="T49" fmla="*/ 176380046 h 12977"/>
                    <a:gd name="T50" fmla="*/ 61533909 w 8508"/>
                    <a:gd name="T51" fmla="*/ 173372230 h 12977"/>
                    <a:gd name="T52" fmla="*/ 62478868 w 8508"/>
                    <a:gd name="T53" fmla="*/ 170294327 h 12977"/>
                    <a:gd name="T54" fmla="*/ 63283996 w 8508"/>
                    <a:gd name="T55" fmla="*/ 167146601 h 12977"/>
                    <a:gd name="T56" fmla="*/ 63949026 w 8508"/>
                    <a:gd name="T57" fmla="*/ 163963831 h 12977"/>
                    <a:gd name="T58" fmla="*/ 64456497 w 8508"/>
                    <a:gd name="T59" fmla="*/ 160711106 h 12977"/>
                    <a:gd name="T60" fmla="*/ 64806541 w 8508"/>
                    <a:gd name="T61" fmla="*/ 157406013 h 12977"/>
                    <a:gd name="T62" fmla="*/ 64981563 w 8508"/>
                    <a:gd name="T63" fmla="*/ 154065877 h 12977"/>
                    <a:gd name="T64" fmla="*/ 64946638 w 8508"/>
                    <a:gd name="T65" fmla="*/ 148417346 h 12977"/>
                    <a:gd name="T66" fmla="*/ 63721485 w 8508"/>
                    <a:gd name="T67" fmla="*/ 138466892 h 12977"/>
                    <a:gd name="T68" fmla="*/ 61113882 w 8508"/>
                    <a:gd name="T69" fmla="*/ 129006125 h 12977"/>
                    <a:gd name="T70" fmla="*/ 57246069 w 8508"/>
                    <a:gd name="T71" fmla="*/ 120174825 h 12977"/>
                    <a:gd name="T72" fmla="*/ 52188292 w 8508"/>
                    <a:gd name="T73" fmla="*/ 112043077 h 12977"/>
                    <a:gd name="T74" fmla="*/ 46062920 w 8508"/>
                    <a:gd name="T75" fmla="*/ 104715883 h 12977"/>
                    <a:gd name="T76" fmla="*/ 39027514 w 8508"/>
                    <a:gd name="T77" fmla="*/ 98315299 h 12977"/>
                    <a:gd name="T78" fmla="*/ 31099403 w 8508"/>
                    <a:gd name="T79" fmla="*/ 92946590 h 12977"/>
                    <a:gd name="T80" fmla="*/ 22453875 w 8508"/>
                    <a:gd name="T81" fmla="*/ 88714622 h 12977"/>
                    <a:gd name="T82" fmla="*/ 13178373 w 8508"/>
                    <a:gd name="T83" fmla="*/ 85741718 h 12977"/>
                    <a:gd name="T84" fmla="*/ 3360210 w 8508"/>
                    <a:gd name="T85" fmla="*/ 84080378 h 12977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8508" h="12977">
                      <a:moveTo>
                        <a:pt x="0" y="0"/>
                      </a:moveTo>
                      <a:lnTo>
                        <a:pt x="439" y="20"/>
                      </a:lnTo>
                      <a:lnTo>
                        <a:pt x="872" y="61"/>
                      </a:lnTo>
                      <a:lnTo>
                        <a:pt x="1299" y="123"/>
                      </a:lnTo>
                      <a:lnTo>
                        <a:pt x="1719" y="205"/>
                      </a:lnTo>
                      <a:lnTo>
                        <a:pt x="2131" y="307"/>
                      </a:lnTo>
                      <a:lnTo>
                        <a:pt x="2536" y="430"/>
                      </a:lnTo>
                      <a:lnTo>
                        <a:pt x="2931" y="570"/>
                      </a:lnTo>
                      <a:lnTo>
                        <a:pt x="3318" y="729"/>
                      </a:lnTo>
                      <a:lnTo>
                        <a:pt x="3695" y="906"/>
                      </a:lnTo>
                      <a:lnTo>
                        <a:pt x="4062" y="1101"/>
                      </a:lnTo>
                      <a:lnTo>
                        <a:pt x="4419" y="1311"/>
                      </a:lnTo>
                      <a:lnTo>
                        <a:pt x="4764" y="1538"/>
                      </a:lnTo>
                      <a:lnTo>
                        <a:pt x="5097" y="1781"/>
                      </a:lnTo>
                      <a:lnTo>
                        <a:pt x="5418" y="2039"/>
                      </a:lnTo>
                      <a:lnTo>
                        <a:pt x="5727" y="2312"/>
                      </a:lnTo>
                      <a:lnTo>
                        <a:pt x="6022" y="2598"/>
                      </a:lnTo>
                      <a:lnTo>
                        <a:pt x="6303" y="2899"/>
                      </a:lnTo>
                      <a:lnTo>
                        <a:pt x="6570" y="3213"/>
                      </a:lnTo>
                      <a:lnTo>
                        <a:pt x="6823" y="3538"/>
                      </a:lnTo>
                      <a:lnTo>
                        <a:pt x="7059" y="3877"/>
                      </a:lnTo>
                      <a:lnTo>
                        <a:pt x="7279" y="4226"/>
                      </a:lnTo>
                      <a:lnTo>
                        <a:pt x="7485" y="4587"/>
                      </a:lnTo>
                      <a:lnTo>
                        <a:pt x="7671" y="4958"/>
                      </a:lnTo>
                      <a:lnTo>
                        <a:pt x="7842" y="5339"/>
                      </a:lnTo>
                      <a:lnTo>
                        <a:pt x="7994" y="5730"/>
                      </a:lnTo>
                      <a:lnTo>
                        <a:pt x="8127" y="6128"/>
                      </a:lnTo>
                      <a:lnTo>
                        <a:pt x="8241" y="6536"/>
                      </a:lnTo>
                      <a:lnTo>
                        <a:pt x="8335" y="6952"/>
                      </a:lnTo>
                      <a:lnTo>
                        <a:pt x="8410" y="7374"/>
                      </a:lnTo>
                      <a:lnTo>
                        <a:pt x="8465" y="7804"/>
                      </a:lnTo>
                      <a:lnTo>
                        <a:pt x="8497" y="8239"/>
                      </a:lnTo>
                      <a:lnTo>
                        <a:pt x="8508" y="8681"/>
                      </a:lnTo>
                      <a:lnTo>
                        <a:pt x="8507" y="8827"/>
                      </a:lnTo>
                      <a:lnTo>
                        <a:pt x="8504" y="8973"/>
                      </a:lnTo>
                      <a:lnTo>
                        <a:pt x="8497" y="9118"/>
                      </a:lnTo>
                      <a:lnTo>
                        <a:pt x="8488" y="9263"/>
                      </a:lnTo>
                      <a:lnTo>
                        <a:pt x="8478" y="9406"/>
                      </a:lnTo>
                      <a:lnTo>
                        <a:pt x="8465" y="9549"/>
                      </a:lnTo>
                      <a:lnTo>
                        <a:pt x="8449" y="9691"/>
                      </a:lnTo>
                      <a:lnTo>
                        <a:pt x="8432" y="9834"/>
                      </a:lnTo>
                      <a:lnTo>
                        <a:pt x="8412" y="9975"/>
                      </a:lnTo>
                      <a:lnTo>
                        <a:pt x="8390" y="10115"/>
                      </a:lnTo>
                      <a:lnTo>
                        <a:pt x="8366" y="10254"/>
                      </a:lnTo>
                      <a:lnTo>
                        <a:pt x="8339" y="10393"/>
                      </a:lnTo>
                      <a:lnTo>
                        <a:pt x="8310" y="10530"/>
                      </a:lnTo>
                      <a:lnTo>
                        <a:pt x="8279" y="10668"/>
                      </a:lnTo>
                      <a:lnTo>
                        <a:pt x="8246" y="10804"/>
                      </a:lnTo>
                      <a:lnTo>
                        <a:pt x="8211" y="10940"/>
                      </a:lnTo>
                      <a:lnTo>
                        <a:pt x="8174" y="11074"/>
                      </a:lnTo>
                      <a:lnTo>
                        <a:pt x="8135" y="11208"/>
                      </a:lnTo>
                      <a:lnTo>
                        <a:pt x="8092" y="11341"/>
                      </a:lnTo>
                      <a:lnTo>
                        <a:pt x="8049" y="11473"/>
                      </a:lnTo>
                      <a:lnTo>
                        <a:pt x="8003" y="11604"/>
                      </a:lnTo>
                      <a:lnTo>
                        <a:pt x="7956" y="11734"/>
                      </a:lnTo>
                      <a:lnTo>
                        <a:pt x="7907" y="11863"/>
                      </a:lnTo>
                      <a:lnTo>
                        <a:pt x="7855" y="11991"/>
                      </a:lnTo>
                      <a:lnTo>
                        <a:pt x="7802" y="12118"/>
                      </a:lnTo>
                      <a:lnTo>
                        <a:pt x="7745" y="12244"/>
                      </a:lnTo>
                      <a:lnTo>
                        <a:pt x="7688" y="12369"/>
                      </a:lnTo>
                      <a:lnTo>
                        <a:pt x="7629" y="12493"/>
                      </a:lnTo>
                      <a:lnTo>
                        <a:pt x="7567" y="12615"/>
                      </a:lnTo>
                      <a:lnTo>
                        <a:pt x="7504" y="12737"/>
                      </a:lnTo>
                      <a:lnTo>
                        <a:pt x="7439" y="12857"/>
                      </a:lnTo>
                      <a:lnTo>
                        <a:pt x="7373" y="12977"/>
                      </a:lnTo>
                      <a:lnTo>
                        <a:pt x="3221" y="10579"/>
                      </a:lnTo>
                      <a:lnTo>
                        <a:pt x="3250" y="10527"/>
                      </a:lnTo>
                      <a:lnTo>
                        <a:pt x="3278" y="10474"/>
                      </a:lnTo>
                      <a:lnTo>
                        <a:pt x="3306" y="10420"/>
                      </a:lnTo>
                      <a:lnTo>
                        <a:pt x="3332" y="10365"/>
                      </a:lnTo>
                      <a:lnTo>
                        <a:pt x="3358" y="10310"/>
                      </a:lnTo>
                      <a:lnTo>
                        <a:pt x="3383" y="10255"/>
                      </a:lnTo>
                      <a:lnTo>
                        <a:pt x="3407" y="10199"/>
                      </a:lnTo>
                      <a:lnTo>
                        <a:pt x="3431" y="10143"/>
                      </a:lnTo>
                      <a:lnTo>
                        <a:pt x="3454" y="10086"/>
                      </a:lnTo>
                      <a:lnTo>
                        <a:pt x="3476" y="10029"/>
                      </a:lnTo>
                      <a:lnTo>
                        <a:pt x="3496" y="9971"/>
                      </a:lnTo>
                      <a:lnTo>
                        <a:pt x="3516" y="9914"/>
                      </a:lnTo>
                      <a:lnTo>
                        <a:pt x="3535" y="9855"/>
                      </a:lnTo>
                      <a:lnTo>
                        <a:pt x="3553" y="9797"/>
                      </a:lnTo>
                      <a:lnTo>
                        <a:pt x="3570" y="9738"/>
                      </a:lnTo>
                      <a:lnTo>
                        <a:pt x="3586" y="9678"/>
                      </a:lnTo>
                      <a:lnTo>
                        <a:pt x="3602" y="9619"/>
                      </a:lnTo>
                      <a:lnTo>
                        <a:pt x="3616" y="9558"/>
                      </a:lnTo>
                      <a:lnTo>
                        <a:pt x="3630" y="9497"/>
                      </a:lnTo>
                      <a:lnTo>
                        <a:pt x="3642" y="9436"/>
                      </a:lnTo>
                      <a:lnTo>
                        <a:pt x="3654" y="9376"/>
                      </a:lnTo>
                      <a:lnTo>
                        <a:pt x="3665" y="9314"/>
                      </a:lnTo>
                      <a:lnTo>
                        <a:pt x="3674" y="9252"/>
                      </a:lnTo>
                      <a:lnTo>
                        <a:pt x="3683" y="9190"/>
                      </a:lnTo>
                      <a:lnTo>
                        <a:pt x="3691" y="9127"/>
                      </a:lnTo>
                      <a:lnTo>
                        <a:pt x="3697" y="9064"/>
                      </a:lnTo>
                      <a:lnTo>
                        <a:pt x="3703" y="9001"/>
                      </a:lnTo>
                      <a:lnTo>
                        <a:pt x="3707" y="8937"/>
                      </a:lnTo>
                      <a:lnTo>
                        <a:pt x="3711" y="8874"/>
                      </a:lnTo>
                      <a:lnTo>
                        <a:pt x="3713" y="8810"/>
                      </a:lnTo>
                      <a:lnTo>
                        <a:pt x="3716" y="8745"/>
                      </a:lnTo>
                      <a:lnTo>
                        <a:pt x="3716" y="8681"/>
                      </a:lnTo>
                      <a:lnTo>
                        <a:pt x="3711" y="8487"/>
                      </a:lnTo>
                      <a:lnTo>
                        <a:pt x="3696" y="8293"/>
                      </a:lnTo>
                      <a:lnTo>
                        <a:pt x="3673" y="8105"/>
                      </a:lnTo>
                      <a:lnTo>
                        <a:pt x="3641" y="7918"/>
                      </a:lnTo>
                      <a:lnTo>
                        <a:pt x="3599" y="7734"/>
                      </a:lnTo>
                      <a:lnTo>
                        <a:pt x="3549" y="7554"/>
                      </a:lnTo>
                      <a:lnTo>
                        <a:pt x="3492" y="7377"/>
                      </a:lnTo>
                      <a:lnTo>
                        <a:pt x="3426" y="7205"/>
                      </a:lnTo>
                      <a:lnTo>
                        <a:pt x="3352" y="7037"/>
                      </a:lnTo>
                      <a:lnTo>
                        <a:pt x="3271" y="6872"/>
                      </a:lnTo>
                      <a:lnTo>
                        <a:pt x="3182" y="6712"/>
                      </a:lnTo>
                      <a:lnTo>
                        <a:pt x="3085" y="6557"/>
                      </a:lnTo>
                      <a:lnTo>
                        <a:pt x="2982" y="6407"/>
                      </a:lnTo>
                      <a:lnTo>
                        <a:pt x="2872" y="6262"/>
                      </a:lnTo>
                      <a:lnTo>
                        <a:pt x="2755" y="6122"/>
                      </a:lnTo>
                      <a:lnTo>
                        <a:pt x="2632" y="5988"/>
                      </a:lnTo>
                      <a:lnTo>
                        <a:pt x="2504" y="5860"/>
                      </a:lnTo>
                      <a:lnTo>
                        <a:pt x="2370" y="5738"/>
                      </a:lnTo>
                      <a:lnTo>
                        <a:pt x="2230" y="5622"/>
                      </a:lnTo>
                      <a:lnTo>
                        <a:pt x="2084" y="5514"/>
                      </a:lnTo>
                      <a:lnTo>
                        <a:pt x="1934" y="5411"/>
                      </a:lnTo>
                      <a:lnTo>
                        <a:pt x="1777" y="5315"/>
                      </a:lnTo>
                      <a:lnTo>
                        <a:pt x="1618" y="5227"/>
                      </a:lnTo>
                      <a:lnTo>
                        <a:pt x="1453" y="5147"/>
                      </a:lnTo>
                      <a:lnTo>
                        <a:pt x="1283" y="5073"/>
                      </a:lnTo>
                      <a:lnTo>
                        <a:pt x="1110" y="5008"/>
                      </a:lnTo>
                      <a:lnTo>
                        <a:pt x="933" y="4952"/>
                      </a:lnTo>
                      <a:lnTo>
                        <a:pt x="753" y="4903"/>
                      </a:lnTo>
                      <a:lnTo>
                        <a:pt x="569" y="4863"/>
                      </a:lnTo>
                      <a:lnTo>
                        <a:pt x="382" y="4831"/>
                      </a:lnTo>
                      <a:lnTo>
                        <a:pt x="192" y="4808"/>
                      </a:lnTo>
                      <a:lnTo>
                        <a:pt x="0" y="479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>
                    <a:lumMod val="100000"/>
                  </a:schemeClr>
                </a:solidFill>
                <a:ln w="9525">
                  <a:solidFill>
                    <a:schemeClr val="bg1"/>
                  </a:solidFill>
                  <a:rou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xmlns="" id="{16532AE8-6475-4FF7-80FD-6F666B626491}"/>
                    </a:ext>
                  </a:extLst>
                </p:cNvPr>
                <p:cNvSpPr/>
                <p:nvPr/>
              </p:nvSpPr>
              <p:spPr>
                <a:xfrm rot="18000000">
                  <a:off x="826270" y="4366243"/>
                  <a:ext cx="1042097" cy="590396"/>
                </a:xfrm>
                <a:prstGeom prst="rect">
                  <a:avLst/>
                </a:prstGeom>
              </p:spPr>
              <p:txBody>
                <a:bodyPr spcFirstLastPara="1" wrap="none">
                  <a:prstTxWarp prst="textArchUp">
                    <a:avLst>
                      <a:gd name="adj" fmla="val 11671062"/>
                    </a:avLst>
                  </a:prstTxWarp>
                  <a:normAutofit/>
                </a:bodyPr>
                <a:lstStyle/>
                <a:p>
                  <a:pPr>
                    <a:defRPr/>
                  </a:pPr>
                  <a:r>
                    <a:rPr lang="zh-CN" altLang="en-US" sz="1600" b="1">
                      <a:solidFill>
                        <a:schemeClr val="bg1"/>
                      </a:solidFill>
                    </a:rPr>
                    <a:t>输入标题文本</a:t>
                  </a:r>
                </a:p>
              </p:txBody>
            </p:sp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xmlns="" id="{299A845F-0144-4F57-A030-AFFB23576D1E}"/>
                    </a:ext>
                  </a:extLst>
                </p:cNvPr>
                <p:cNvSpPr/>
                <p:nvPr/>
              </p:nvSpPr>
              <p:spPr>
                <a:xfrm rot="3600000">
                  <a:off x="1797393" y="4404469"/>
                  <a:ext cx="1031315" cy="590396"/>
                </a:xfrm>
                <a:prstGeom prst="rect">
                  <a:avLst/>
                </a:prstGeom>
              </p:spPr>
              <p:txBody>
                <a:bodyPr spcFirstLastPara="1" wrap="none">
                  <a:prstTxWarp prst="textArchUp">
                    <a:avLst>
                      <a:gd name="adj" fmla="val 11671062"/>
                    </a:avLst>
                  </a:prstTxWarp>
                  <a:normAutofit/>
                </a:bodyPr>
                <a:lstStyle/>
                <a:p>
                  <a:pPr>
                    <a:defRPr/>
                  </a:pPr>
                  <a:r>
                    <a:rPr lang="zh-CN" altLang="en-US" sz="1600" b="1">
                      <a:solidFill>
                        <a:schemeClr val="bg1"/>
                      </a:solidFill>
                    </a:rPr>
                    <a:t>输入标题文本</a:t>
                  </a:r>
                </a:p>
              </p:txBody>
            </p:sp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xmlns="" id="{54CF9E47-09FD-408F-ADB6-B6CD3A31FBA8}"/>
                    </a:ext>
                  </a:extLst>
                </p:cNvPr>
                <p:cNvSpPr/>
                <p:nvPr/>
              </p:nvSpPr>
              <p:spPr>
                <a:xfrm>
                  <a:off x="1363376" y="5341601"/>
                  <a:ext cx="972119" cy="590396"/>
                </a:xfrm>
                <a:prstGeom prst="rect">
                  <a:avLst/>
                </a:prstGeom>
              </p:spPr>
              <p:txBody>
                <a:bodyPr spcFirstLastPara="1" wrap="none">
                  <a:prstTxWarp prst="textArchDown">
                    <a:avLst>
                      <a:gd name="adj" fmla="val 1312104"/>
                    </a:avLst>
                  </a:prstTxWarp>
                  <a:normAutofit/>
                </a:bodyPr>
                <a:lstStyle/>
                <a:p>
                  <a:pPr>
                    <a:defRPr/>
                  </a:pPr>
                  <a:r>
                    <a:rPr lang="zh-CN" altLang="en-US" sz="1600" b="1">
                      <a:solidFill>
                        <a:schemeClr val="bg1"/>
                      </a:solidFill>
                    </a:rPr>
                    <a:t>输入标题文本</a:t>
                  </a:r>
                </a:p>
              </p:txBody>
            </p:sp>
          </p:grp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xmlns="" id="{881C0D6B-08E5-49EB-A52D-42DE1428E388}"/>
                  </a:ext>
                </a:extLst>
              </p:cNvPr>
              <p:cNvSpPr/>
              <p:nvPr/>
            </p:nvSpPr>
            <p:spPr>
              <a:xfrm>
                <a:off x="2776544" y="2843774"/>
                <a:ext cx="680260" cy="6802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xmlns="" id="{0749A66C-48BC-4B42-953D-2C0898F2FF03}"/>
                </a:ext>
              </a:extLst>
            </p:cNvPr>
            <p:cNvSpPr/>
            <p:nvPr/>
          </p:nvSpPr>
          <p:spPr>
            <a:xfrm>
              <a:off x="2699139" y="3255035"/>
              <a:ext cx="683518" cy="507022"/>
            </a:xfrm>
            <a:custGeom>
              <a:avLst/>
              <a:gdLst>
                <a:gd name="connsiteX0" fmla="*/ 9246 w 338138"/>
                <a:gd name="connsiteY0" fmla="*/ 217487 h 250825"/>
                <a:gd name="connsiteX1" fmla="*/ 328892 w 338138"/>
                <a:gd name="connsiteY1" fmla="*/ 217487 h 250825"/>
                <a:gd name="connsiteX2" fmla="*/ 338138 w 338138"/>
                <a:gd name="connsiteY2" fmla="*/ 226822 h 250825"/>
                <a:gd name="connsiteX3" fmla="*/ 314363 w 338138"/>
                <a:gd name="connsiteY3" fmla="*/ 250825 h 250825"/>
                <a:gd name="connsiteX4" fmla="*/ 23775 w 338138"/>
                <a:gd name="connsiteY4" fmla="*/ 250825 h 250825"/>
                <a:gd name="connsiteX5" fmla="*/ 0 w 338138"/>
                <a:gd name="connsiteY5" fmla="*/ 226822 h 250825"/>
                <a:gd name="connsiteX6" fmla="*/ 9246 w 338138"/>
                <a:gd name="connsiteY6" fmla="*/ 217487 h 250825"/>
                <a:gd name="connsiteX7" fmla="*/ 100182 w 338138"/>
                <a:gd name="connsiteY7" fmla="*/ 100012 h 250825"/>
                <a:gd name="connsiteX8" fmla="*/ 123655 w 338138"/>
                <a:gd name="connsiteY8" fmla="*/ 100012 h 250825"/>
                <a:gd name="connsiteX9" fmla="*/ 130175 w 338138"/>
                <a:gd name="connsiteY9" fmla="*/ 106705 h 250825"/>
                <a:gd name="connsiteX10" fmla="*/ 130175 w 338138"/>
                <a:gd name="connsiteY10" fmla="*/ 161583 h 250825"/>
                <a:gd name="connsiteX11" fmla="*/ 123655 w 338138"/>
                <a:gd name="connsiteY11" fmla="*/ 168275 h 250825"/>
                <a:gd name="connsiteX12" fmla="*/ 100182 w 338138"/>
                <a:gd name="connsiteY12" fmla="*/ 168275 h 250825"/>
                <a:gd name="connsiteX13" fmla="*/ 93662 w 338138"/>
                <a:gd name="connsiteY13" fmla="*/ 161583 h 250825"/>
                <a:gd name="connsiteX14" fmla="*/ 93662 w 338138"/>
                <a:gd name="connsiteY14" fmla="*/ 106705 h 250825"/>
                <a:gd name="connsiteX15" fmla="*/ 100182 w 338138"/>
                <a:gd name="connsiteY15" fmla="*/ 100012 h 250825"/>
                <a:gd name="connsiteX16" fmla="*/ 157332 w 338138"/>
                <a:gd name="connsiteY16" fmla="*/ 77787 h 250825"/>
                <a:gd name="connsiteX17" fmla="*/ 180805 w 338138"/>
                <a:gd name="connsiteY17" fmla="*/ 77787 h 250825"/>
                <a:gd name="connsiteX18" fmla="*/ 187325 w 338138"/>
                <a:gd name="connsiteY18" fmla="*/ 84441 h 250825"/>
                <a:gd name="connsiteX19" fmla="*/ 187325 w 338138"/>
                <a:gd name="connsiteY19" fmla="*/ 161622 h 250825"/>
                <a:gd name="connsiteX20" fmla="*/ 180805 w 338138"/>
                <a:gd name="connsiteY20" fmla="*/ 168275 h 250825"/>
                <a:gd name="connsiteX21" fmla="*/ 157332 w 338138"/>
                <a:gd name="connsiteY21" fmla="*/ 168275 h 250825"/>
                <a:gd name="connsiteX22" fmla="*/ 150812 w 338138"/>
                <a:gd name="connsiteY22" fmla="*/ 161622 h 250825"/>
                <a:gd name="connsiteX23" fmla="*/ 150812 w 338138"/>
                <a:gd name="connsiteY23" fmla="*/ 84441 h 250825"/>
                <a:gd name="connsiteX24" fmla="*/ 157332 w 338138"/>
                <a:gd name="connsiteY24" fmla="*/ 77787 h 250825"/>
                <a:gd name="connsiteX25" fmla="*/ 216070 w 338138"/>
                <a:gd name="connsiteY25" fmla="*/ 49212 h 250825"/>
                <a:gd name="connsiteX26" fmla="*/ 239543 w 338138"/>
                <a:gd name="connsiteY26" fmla="*/ 49212 h 250825"/>
                <a:gd name="connsiteX27" fmla="*/ 246063 w 338138"/>
                <a:gd name="connsiteY27" fmla="*/ 55827 h 250825"/>
                <a:gd name="connsiteX28" fmla="*/ 246063 w 338138"/>
                <a:gd name="connsiteY28" fmla="*/ 161661 h 250825"/>
                <a:gd name="connsiteX29" fmla="*/ 239543 w 338138"/>
                <a:gd name="connsiteY29" fmla="*/ 168275 h 250825"/>
                <a:gd name="connsiteX30" fmla="*/ 216070 w 338138"/>
                <a:gd name="connsiteY30" fmla="*/ 168275 h 250825"/>
                <a:gd name="connsiteX31" fmla="*/ 209550 w 338138"/>
                <a:gd name="connsiteY31" fmla="*/ 161661 h 250825"/>
                <a:gd name="connsiteX32" fmla="*/ 209550 w 338138"/>
                <a:gd name="connsiteY32" fmla="*/ 55827 h 250825"/>
                <a:gd name="connsiteX33" fmla="*/ 216070 w 338138"/>
                <a:gd name="connsiteY33" fmla="*/ 49212 h 250825"/>
                <a:gd name="connsiteX34" fmla="*/ 53428 w 338138"/>
                <a:gd name="connsiteY34" fmla="*/ 22225 h 250825"/>
                <a:gd name="connsiteX35" fmla="*/ 50800 w 338138"/>
                <a:gd name="connsiteY35" fmla="*/ 24858 h 250825"/>
                <a:gd name="connsiteX36" fmla="*/ 50800 w 338138"/>
                <a:gd name="connsiteY36" fmla="*/ 182834 h 250825"/>
                <a:gd name="connsiteX37" fmla="*/ 53428 w 338138"/>
                <a:gd name="connsiteY37" fmla="*/ 184150 h 250825"/>
                <a:gd name="connsiteX38" fmla="*/ 284710 w 338138"/>
                <a:gd name="connsiteY38" fmla="*/ 184150 h 250825"/>
                <a:gd name="connsiteX39" fmla="*/ 287338 w 338138"/>
                <a:gd name="connsiteY39" fmla="*/ 182834 h 250825"/>
                <a:gd name="connsiteX40" fmla="*/ 287338 w 338138"/>
                <a:gd name="connsiteY40" fmla="*/ 24858 h 250825"/>
                <a:gd name="connsiteX41" fmla="*/ 284710 w 338138"/>
                <a:gd name="connsiteY41" fmla="*/ 22225 h 250825"/>
                <a:gd name="connsiteX42" fmla="*/ 53428 w 338138"/>
                <a:gd name="connsiteY42" fmla="*/ 22225 h 250825"/>
                <a:gd name="connsiteX43" fmla="*/ 53663 w 338138"/>
                <a:gd name="connsiteY43" fmla="*/ 0 h 250825"/>
                <a:gd name="connsiteX44" fmla="*/ 286062 w 338138"/>
                <a:gd name="connsiteY44" fmla="*/ 0 h 250825"/>
                <a:gd name="connsiteX45" fmla="*/ 311150 w 338138"/>
                <a:gd name="connsiteY45" fmla="*/ 25008 h 250825"/>
                <a:gd name="connsiteX46" fmla="*/ 311150 w 338138"/>
                <a:gd name="connsiteY46" fmla="*/ 182955 h 250825"/>
                <a:gd name="connsiteX47" fmla="*/ 286062 w 338138"/>
                <a:gd name="connsiteY47" fmla="*/ 207963 h 250825"/>
                <a:gd name="connsiteX48" fmla="*/ 53663 w 338138"/>
                <a:gd name="connsiteY48" fmla="*/ 207963 h 250825"/>
                <a:gd name="connsiteX49" fmla="*/ 28575 w 338138"/>
                <a:gd name="connsiteY49" fmla="*/ 182955 h 250825"/>
                <a:gd name="connsiteX50" fmla="*/ 28575 w 338138"/>
                <a:gd name="connsiteY50" fmla="*/ 25008 h 250825"/>
                <a:gd name="connsiteX51" fmla="*/ 53663 w 338138"/>
                <a:gd name="connsiteY51" fmla="*/ 0 h 25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38138" h="250825">
                  <a:moveTo>
                    <a:pt x="9246" y="217487"/>
                  </a:moveTo>
                  <a:cubicBezTo>
                    <a:pt x="9246" y="217487"/>
                    <a:pt x="9246" y="217487"/>
                    <a:pt x="328892" y="217487"/>
                  </a:cubicBezTo>
                  <a:cubicBezTo>
                    <a:pt x="334176" y="217487"/>
                    <a:pt x="338138" y="221488"/>
                    <a:pt x="338138" y="226822"/>
                  </a:cubicBezTo>
                  <a:cubicBezTo>
                    <a:pt x="338138" y="240157"/>
                    <a:pt x="327571" y="250825"/>
                    <a:pt x="314363" y="250825"/>
                  </a:cubicBezTo>
                  <a:cubicBezTo>
                    <a:pt x="314363" y="250825"/>
                    <a:pt x="314363" y="250825"/>
                    <a:pt x="23775" y="250825"/>
                  </a:cubicBezTo>
                  <a:cubicBezTo>
                    <a:pt x="10567" y="250825"/>
                    <a:pt x="0" y="240157"/>
                    <a:pt x="0" y="226822"/>
                  </a:cubicBezTo>
                  <a:cubicBezTo>
                    <a:pt x="0" y="221488"/>
                    <a:pt x="3962" y="217487"/>
                    <a:pt x="9246" y="217487"/>
                  </a:cubicBezTo>
                  <a:close/>
                  <a:moveTo>
                    <a:pt x="100182" y="100012"/>
                  </a:moveTo>
                  <a:cubicBezTo>
                    <a:pt x="100182" y="100012"/>
                    <a:pt x="100182" y="100012"/>
                    <a:pt x="123655" y="100012"/>
                  </a:cubicBezTo>
                  <a:cubicBezTo>
                    <a:pt x="127567" y="100012"/>
                    <a:pt x="130175" y="102689"/>
                    <a:pt x="130175" y="106705"/>
                  </a:cubicBezTo>
                  <a:cubicBezTo>
                    <a:pt x="130175" y="106705"/>
                    <a:pt x="130175" y="106705"/>
                    <a:pt x="130175" y="161583"/>
                  </a:cubicBezTo>
                  <a:cubicBezTo>
                    <a:pt x="130175" y="165598"/>
                    <a:pt x="127567" y="168275"/>
                    <a:pt x="123655" y="168275"/>
                  </a:cubicBezTo>
                  <a:cubicBezTo>
                    <a:pt x="123655" y="168275"/>
                    <a:pt x="123655" y="168275"/>
                    <a:pt x="100182" y="168275"/>
                  </a:cubicBezTo>
                  <a:cubicBezTo>
                    <a:pt x="96270" y="168275"/>
                    <a:pt x="93662" y="165598"/>
                    <a:pt x="93662" y="161583"/>
                  </a:cubicBezTo>
                  <a:cubicBezTo>
                    <a:pt x="93662" y="161583"/>
                    <a:pt x="93662" y="161583"/>
                    <a:pt x="93662" y="106705"/>
                  </a:cubicBezTo>
                  <a:cubicBezTo>
                    <a:pt x="93662" y="102689"/>
                    <a:pt x="96270" y="100012"/>
                    <a:pt x="100182" y="100012"/>
                  </a:cubicBezTo>
                  <a:close/>
                  <a:moveTo>
                    <a:pt x="157332" y="77787"/>
                  </a:moveTo>
                  <a:cubicBezTo>
                    <a:pt x="157332" y="77787"/>
                    <a:pt x="157332" y="77787"/>
                    <a:pt x="180805" y="77787"/>
                  </a:cubicBezTo>
                  <a:cubicBezTo>
                    <a:pt x="184717" y="77787"/>
                    <a:pt x="187325" y="81779"/>
                    <a:pt x="187325" y="84441"/>
                  </a:cubicBezTo>
                  <a:cubicBezTo>
                    <a:pt x="187325" y="84441"/>
                    <a:pt x="187325" y="84441"/>
                    <a:pt x="187325" y="161622"/>
                  </a:cubicBezTo>
                  <a:cubicBezTo>
                    <a:pt x="187325" y="165614"/>
                    <a:pt x="184717" y="168275"/>
                    <a:pt x="180805" y="168275"/>
                  </a:cubicBezTo>
                  <a:cubicBezTo>
                    <a:pt x="180805" y="168275"/>
                    <a:pt x="180805" y="168275"/>
                    <a:pt x="157332" y="168275"/>
                  </a:cubicBezTo>
                  <a:cubicBezTo>
                    <a:pt x="153420" y="168275"/>
                    <a:pt x="150812" y="165614"/>
                    <a:pt x="150812" y="161622"/>
                  </a:cubicBezTo>
                  <a:cubicBezTo>
                    <a:pt x="150812" y="161622"/>
                    <a:pt x="150812" y="161622"/>
                    <a:pt x="150812" y="84441"/>
                  </a:cubicBezTo>
                  <a:cubicBezTo>
                    <a:pt x="150812" y="81779"/>
                    <a:pt x="153420" y="77787"/>
                    <a:pt x="157332" y="77787"/>
                  </a:cubicBezTo>
                  <a:close/>
                  <a:moveTo>
                    <a:pt x="216070" y="49212"/>
                  </a:moveTo>
                  <a:cubicBezTo>
                    <a:pt x="216070" y="49212"/>
                    <a:pt x="216070" y="49212"/>
                    <a:pt x="239543" y="49212"/>
                  </a:cubicBezTo>
                  <a:cubicBezTo>
                    <a:pt x="243455" y="49212"/>
                    <a:pt x="246063" y="51858"/>
                    <a:pt x="246063" y="55827"/>
                  </a:cubicBezTo>
                  <a:cubicBezTo>
                    <a:pt x="246063" y="55827"/>
                    <a:pt x="246063" y="55827"/>
                    <a:pt x="246063" y="161661"/>
                  </a:cubicBezTo>
                  <a:cubicBezTo>
                    <a:pt x="246063" y="165629"/>
                    <a:pt x="243455" y="168275"/>
                    <a:pt x="239543" y="168275"/>
                  </a:cubicBezTo>
                  <a:cubicBezTo>
                    <a:pt x="239543" y="168275"/>
                    <a:pt x="239543" y="168275"/>
                    <a:pt x="216070" y="168275"/>
                  </a:cubicBezTo>
                  <a:cubicBezTo>
                    <a:pt x="212158" y="168275"/>
                    <a:pt x="209550" y="165629"/>
                    <a:pt x="209550" y="161661"/>
                  </a:cubicBezTo>
                  <a:cubicBezTo>
                    <a:pt x="209550" y="161661"/>
                    <a:pt x="209550" y="161661"/>
                    <a:pt x="209550" y="55827"/>
                  </a:cubicBezTo>
                  <a:cubicBezTo>
                    <a:pt x="209550" y="51858"/>
                    <a:pt x="212158" y="49212"/>
                    <a:pt x="216070" y="49212"/>
                  </a:cubicBezTo>
                  <a:close/>
                  <a:moveTo>
                    <a:pt x="53428" y="22225"/>
                  </a:moveTo>
                  <a:cubicBezTo>
                    <a:pt x="52114" y="22225"/>
                    <a:pt x="50800" y="23541"/>
                    <a:pt x="50800" y="24858"/>
                  </a:cubicBezTo>
                  <a:lnTo>
                    <a:pt x="50800" y="182834"/>
                  </a:lnTo>
                  <a:cubicBezTo>
                    <a:pt x="50800" y="184150"/>
                    <a:pt x="52114" y="184150"/>
                    <a:pt x="53428" y="184150"/>
                  </a:cubicBezTo>
                  <a:cubicBezTo>
                    <a:pt x="53428" y="184150"/>
                    <a:pt x="53428" y="184150"/>
                    <a:pt x="284710" y="184150"/>
                  </a:cubicBezTo>
                  <a:cubicBezTo>
                    <a:pt x="286024" y="184150"/>
                    <a:pt x="287338" y="184150"/>
                    <a:pt x="287338" y="182834"/>
                  </a:cubicBezTo>
                  <a:cubicBezTo>
                    <a:pt x="287338" y="182834"/>
                    <a:pt x="287338" y="182834"/>
                    <a:pt x="287338" y="24858"/>
                  </a:cubicBezTo>
                  <a:cubicBezTo>
                    <a:pt x="287338" y="23541"/>
                    <a:pt x="286024" y="22225"/>
                    <a:pt x="284710" y="22225"/>
                  </a:cubicBezTo>
                  <a:cubicBezTo>
                    <a:pt x="284710" y="22225"/>
                    <a:pt x="284710" y="22225"/>
                    <a:pt x="53428" y="22225"/>
                  </a:cubicBezTo>
                  <a:close/>
                  <a:moveTo>
                    <a:pt x="53663" y="0"/>
                  </a:moveTo>
                  <a:cubicBezTo>
                    <a:pt x="53663" y="0"/>
                    <a:pt x="53663" y="0"/>
                    <a:pt x="286062" y="0"/>
                  </a:cubicBezTo>
                  <a:cubicBezTo>
                    <a:pt x="300587" y="0"/>
                    <a:pt x="311150" y="10530"/>
                    <a:pt x="311150" y="25008"/>
                  </a:cubicBezTo>
                  <a:cubicBezTo>
                    <a:pt x="311150" y="25008"/>
                    <a:pt x="311150" y="25008"/>
                    <a:pt x="311150" y="182955"/>
                  </a:cubicBezTo>
                  <a:cubicBezTo>
                    <a:pt x="311150" y="196117"/>
                    <a:pt x="300587" y="207963"/>
                    <a:pt x="286062" y="207963"/>
                  </a:cubicBezTo>
                  <a:cubicBezTo>
                    <a:pt x="286062" y="207963"/>
                    <a:pt x="286062" y="207963"/>
                    <a:pt x="53663" y="207963"/>
                  </a:cubicBezTo>
                  <a:cubicBezTo>
                    <a:pt x="39138" y="207963"/>
                    <a:pt x="28575" y="196117"/>
                    <a:pt x="28575" y="182955"/>
                  </a:cubicBezTo>
                  <a:cubicBezTo>
                    <a:pt x="28575" y="182955"/>
                    <a:pt x="28575" y="182955"/>
                    <a:pt x="28575" y="25008"/>
                  </a:cubicBezTo>
                  <a:cubicBezTo>
                    <a:pt x="28575" y="10530"/>
                    <a:pt x="39138" y="0"/>
                    <a:pt x="53663" y="0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31" name="千图PPT彼岸天：ID 8661124库_组合 4">
            <a:extLst>
              <a:ext uri="{FF2B5EF4-FFF2-40B4-BE49-F238E27FC236}">
                <a16:creationId xmlns:a16="http://schemas.microsoft.com/office/drawing/2014/main" xmlns="" id="{841C7D79-2E02-457E-A221-959EEC6B59A3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6424619" y="2119273"/>
            <a:ext cx="2601366" cy="2619455"/>
            <a:chOff x="1740215" y="2198819"/>
            <a:chExt cx="2601366" cy="2619455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xmlns="" id="{A4CACF99-4F74-4951-9B4D-E7817AF985B1}"/>
                </a:ext>
              </a:extLst>
            </p:cNvPr>
            <p:cNvGrpSpPr/>
            <p:nvPr/>
          </p:nvGrpSpPr>
          <p:grpSpPr>
            <a:xfrm>
              <a:off x="1740215" y="2198819"/>
              <a:ext cx="2601366" cy="2619455"/>
              <a:chOff x="2582905" y="2616198"/>
              <a:chExt cx="1076900" cy="1084389"/>
            </a:xfrm>
          </p:grpSpPr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xmlns="" id="{43AB9392-9028-4D84-9E00-BB2C98C25E35}"/>
                  </a:ext>
                </a:extLst>
              </p:cNvPr>
              <p:cNvGrpSpPr/>
              <p:nvPr/>
            </p:nvGrpSpPr>
            <p:grpSpPr>
              <a:xfrm>
                <a:off x="2582905" y="2616198"/>
                <a:ext cx="1076900" cy="1084389"/>
                <a:chOff x="721926" y="3827665"/>
                <a:chExt cx="2227443" cy="2242936"/>
              </a:xfrm>
            </p:grpSpPr>
            <p:sp>
              <p:nvSpPr>
                <p:cNvPr id="36" name="任意多边形: 形状 35">
                  <a:extLst>
                    <a:ext uri="{FF2B5EF4-FFF2-40B4-BE49-F238E27FC236}">
                      <a16:creationId xmlns:a16="http://schemas.microsoft.com/office/drawing/2014/main" xmlns="" id="{CFBED7A2-7294-4C0E-87A8-5798D9CA0A92}"/>
                    </a:ext>
                  </a:extLst>
                </p:cNvPr>
                <p:cNvSpPr/>
                <p:nvPr/>
              </p:nvSpPr>
              <p:spPr bwMode="auto">
                <a:xfrm>
                  <a:off x="721926" y="3827665"/>
                  <a:ext cx="1125537" cy="1716089"/>
                </a:xfrm>
                <a:custGeom>
                  <a:avLst/>
                  <a:gdLst>
                    <a:gd name="T0" fmla="*/ 1004 w 8508"/>
                    <a:gd name="T1" fmla="*/ 12737 h 12977"/>
                    <a:gd name="T2" fmla="*/ 820 w 8508"/>
                    <a:gd name="T3" fmla="*/ 12369 h 12977"/>
                    <a:gd name="T4" fmla="*/ 653 w 8508"/>
                    <a:gd name="T5" fmla="*/ 11991 h 12977"/>
                    <a:gd name="T6" fmla="*/ 505 w 8508"/>
                    <a:gd name="T7" fmla="*/ 11604 h 12977"/>
                    <a:gd name="T8" fmla="*/ 373 w 8508"/>
                    <a:gd name="T9" fmla="*/ 11208 h 12977"/>
                    <a:gd name="T10" fmla="*/ 262 w 8508"/>
                    <a:gd name="T11" fmla="*/ 10804 h 12977"/>
                    <a:gd name="T12" fmla="*/ 169 w 8508"/>
                    <a:gd name="T13" fmla="*/ 10393 h 12977"/>
                    <a:gd name="T14" fmla="*/ 96 w 8508"/>
                    <a:gd name="T15" fmla="*/ 9975 h 12977"/>
                    <a:gd name="T16" fmla="*/ 43 w 8508"/>
                    <a:gd name="T17" fmla="*/ 9549 h 12977"/>
                    <a:gd name="T18" fmla="*/ 11 w 8508"/>
                    <a:gd name="T19" fmla="*/ 9118 h 12977"/>
                    <a:gd name="T20" fmla="*/ 0 w 8508"/>
                    <a:gd name="T21" fmla="*/ 8681 h 12977"/>
                    <a:gd name="T22" fmla="*/ 98 w 8508"/>
                    <a:gd name="T23" fmla="*/ 7374 h 12977"/>
                    <a:gd name="T24" fmla="*/ 381 w 8508"/>
                    <a:gd name="T25" fmla="*/ 6128 h 12977"/>
                    <a:gd name="T26" fmla="*/ 837 w 8508"/>
                    <a:gd name="T27" fmla="*/ 4958 h 12977"/>
                    <a:gd name="T28" fmla="*/ 1449 w 8508"/>
                    <a:gd name="T29" fmla="*/ 3877 h 12977"/>
                    <a:gd name="T30" fmla="*/ 2205 w 8508"/>
                    <a:gd name="T31" fmla="*/ 2899 h 12977"/>
                    <a:gd name="T32" fmla="*/ 3090 w 8508"/>
                    <a:gd name="T33" fmla="*/ 2039 h 12977"/>
                    <a:gd name="T34" fmla="*/ 4089 w 8508"/>
                    <a:gd name="T35" fmla="*/ 1311 h 12977"/>
                    <a:gd name="T36" fmla="*/ 5190 w 8508"/>
                    <a:gd name="T37" fmla="*/ 729 h 12977"/>
                    <a:gd name="T38" fmla="*/ 6377 w 8508"/>
                    <a:gd name="T39" fmla="*/ 308 h 12977"/>
                    <a:gd name="T40" fmla="*/ 7636 w 8508"/>
                    <a:gd name="T41" fmla="*/ 61 h 12977"/>
                    <a:gd name="T42" fmla="*/ 8508 w 8508"/>
                    <a:gd name="T43" fmla="*/ 4795 h 12977"/>
                    <a:gd name="T44" fmla="*/ 7939 w 8508"/>
                    <a:gd name="T45" fmla="*/ 4863 h 12977"/>
                    <a:gd name="T46" fmla="*/ 7398 w 8508"/>
                    <a:gd name="T47" fmla="*/ 5008 h 12977"/>
                    <a:gd name="T48" fmla="*/ 6890 w 8508"/>
                    <a:gd name="T49" fmla="*/ 5227 h 12977"/>
                    <a:gd name="T50" fmla="*/ 6424 w 8508"/>
                    <a:gd name="T51" fmla="*/ 5514 h 12977"/>
                    <a:gd name="T52" fmla="*/ 6004 w 8508"/>
                    <a:gd name="T53" fmla="*/ 5860 h 12977"/>
                    <a:gd name="T54" fmla="*/ 5636 w 8508"/>
                    <a:gd name="T55" fmla="*/ 6262 h 12977"/>
                    <a:gd name="T56" fmla="*/ 5326 w 8508"/>
                    <a:gd name="T57" fmla="*/ 6712 h 12977"/>
                    <a:gd name="T58" fmla="*/ 5082 w 8508"/>
                    <a:gd name="T59" fmla="*/ 7205 h 12977"/>
                    <a:gd name="T60" fmla="*/ 4909 w 8508"/>
                    <a:gd name="T61" fmla="*/ 7734 h 12977"/>
                    <a:gd name="T62" fmla="*/ 4812 w 8508"/>
                    <a:gd name="T63" fmla="*/ 8293 h 12977"/>
                    <a:gd name="T64" fmla="*/ 4792 w 8508"/>
                    <a:gd name="T65" fmla="*/ 8745 h 12977"/>
                    <a:gd name="T66" fmla="*/ 4801 w 8508"/>
                    <a:gd name="T67" fmla="*/ 8937 h 12977"/>
                    <a:gd name="T68" fmla="*/ 4817 w 8508"/>
                    <a:gd name="T69" fmla="*/ 9127 h 12977"/>
                    <a:gd name="T70" fmla="*/ 4843 w 8508"/>
                    <a:gd name="T71" fmla="*/ 9314 h 12977"/>
                    <a:gd name="T72" fmla="*/ 4878 w 8508"/>
                    <a:gd name="T73" fmla="*/ 9497 h 12977"/>
                    <a:gd name="T74" fmla="*/ 4922 w 8508"/>
                    <a:gd name="T75" fmla="*/ 9678 h 12977"/>
                    <a:gd name="T76" fmla="*/ 4973 w 8508"/>
                    <a:gd name="T77" fmla="*/ 9855 h 12977"/>
                    <a:gd name="T78" fmla="*/ 5032 w 8508"/>
                    <a:gd name="T79" fmla="*/ 10029 h 12977"/>
                    <a:gd name="T80" fmla="*/ 5101 w 8508"/>
                    <a:gd name="T81" fmla="*/ 10199 h 12977"/>
                    <a:gd name="T82" fmla="*/ 5176 w 8508"/>
                    <a:gd name="T83" fmla="*/ 10365 h 12977"/>
                    <a:gd name="T84" fmla="*/ 5258 w 8508"/>
                    <a:gd name="T85" fmla="*/ 10527 h 129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8508" h="12977">
                      <a:moveTo>
                        <a:pt x="1135" y="12977"/>
                      </a:moveTo>
                      <a:lnTo>
                        <a:pt x="1069" y="12857"/>
                      </a:lnTo>
                      <a:lnTo>
                        <a:pt x="1004" y="12737"/>
                      </a:lnTo>
                      <a:lnTo>
                        <a:pt x="941" y="12615"/>
                      </a:lnTo>
                      <a:lnTo>
                        <a:pt x="879" y="12493"/>
                      </a:lnTo>
                      <a:lnTo>
                        <a:pt x="820" y="12369"/>
                      </a:lnTo>
                      <a:lnTo>
                        <a:pt x="763" y="12244"/>
                      </a:lnTo>
                      <a:lnTo>
                        <a:pt x="706" y="12118"/>
                      </a:lnTo>
                      <a:lnTo>
                        <a:pt x="653" y="11991"/>
                      </a:lnTo>
                      <a:lnTo>
                        <a:pt x="601" y="11863"/>
                      </a:lnTo>
                      <a:lnTo>
                        <a:pt x="552" y="11734"/>
                      </a:lnTo>
                      <a:lnTo>
                        <a:pt x="505" y="11604"/>
                      </a:lnTo>
                      <a:lnTo>
                        <a:pt x="459" y="11473"/>
                      </a:lnTo>
                      <a:lnTo>
                        <a:pt x="416" y="11341"/>
                      </a:lnTo>
                      <a:lnTo>
                        <a:pt x="373" y="11208"/>
                      </a:lnTo>
                      <a:lnTo>
                        <a:pt x="334" y="11074"/>
                      </a:lnTo>
                      <a:lnTo>
                        <a:pt x="297" y="10940"/>
                      </a:lnTo>
                      <a:lnTo>
                        <a:pt x="262" y="10804"/>
                      </a:lnTo>
                      <a:lnTo>
                        <a:pt x="229" y="10668"/>
                      </a:lnTo>
                      <a:lnTo>
                        <a:pt x="198" y="10530"/>
                      </a:lnTo>
                      <a:lnTo>
                        <a:pt x="169" y="10393"/>
                      </a:lnTo>
                      <a:lnTo>
                        <a:pt x="142" y="10254"/>
                      </a:lnTo>
                      <a:lnTo>
                        <a:pt x="118" y="10115"/>
                      </a:lnTo>
                      <a:lnTo>
                        <a:pt x="96" y="9975"/>
                      </a:lnTo>
                      <a:lnTo>
                        <a:pt x="76" y="9834"/>
                      </a:lnTo>
                      <a:lnTo>
                        <a:pt x="59" y="9691"/>
                      </a:lnTo>
                      <a:lnTo>
                        <a:pt x="43" y="9549"/>
                      </a:lnTo>
                      <a:lnTo>
                        <a:pt x="30" y="9406"/>
                      </a:lnTo>
                      <a:lnTo>
                        <a:pt x="20" y="9263"/>
                      </a:lnTo>
                      <a:lnTo>
                        <a:pt x="11" y="9118"/>
                      </a:lnTo>
                      <a:lnTo>
                        <a:pt x="4" y="8973"/>
                      </a:lnTo>
                      <a:lnTo>
                        <a:pt x="1" y="8827"/>
                      </a:lnTo>
                      <a:lnTo>
                        <a:pt x="0" y="8681"/>
                      </a:lnTo>
                      <a:lnTo>
                        <a:pt x="11" y="8239"/>
                      </a:lnTo>
                      <a:lnTo>
                        <a:pt x="43" y="7804"/>
                      </a:lnTo>
                      <a:lnTo>
                        <a:pt x="98" y="7374"/>
                      </a:lnTo>
                      <a:lnTo>
                        <a:pt x="173" y="6952"/>
                      </a:lnTo>
                      <a:lnTo>
                        <a:pt x="267" y="6536"/>
                      </a:lnTo>
                      <a:lnTo>
                        <a:pt x="381" y="6128"/>
                      </a:lnTo>
                      <a:lnTo>
                        <a:pt x="514" y="5730"/>
                      </a:lnTo>
                      <a:lnTo>
                        <a:pt x="666" y="5339"/>
                      </a:lnTo>
                      <a:lnTo>
                        <a:pt x="837" y="4958"/>
                      </a:lnTo>
                      <a:lnTo>
                        <a:pt x="1023" y="4587"/>
                      </a:lnTo>
                      <a:lnTo>
                        <a:pt x="1229" y="4226"/>
                      </a:lnTo>
                      <a:lnTo>
                        <a:pt x="1449" y="3877"/>
                      </a:lnTo>
                      <a:lnTo>
                        <a:pt x="1685" y="3538"/>
                      </a:lnTo>
                      <a:lnTo>
                        <a:pt x="1938" y="3213"/>
                      </a:lnTo>
                      <a:lnTo>
                        <a:pt x="2205" y="2899"/>
                      </a:lnTo>
                      <a:lnTo>
                        <a:pt x="2486" y="2598"/>
                      </a:lnTo>
                      <a:lnTo>
                        <a:pt x="2781" y="2312"/>
                      </a:lnTo>
                      <a:lnTo>
                        <a:pt x="3090" y="2039"/>
                      </a:lnTo>
                      <a:lnTo>
                        <a:pt x="3411" y="1781"/>
                      </a:lnTo>
                      <a:lnTo>
                        <a:pt x="3744" y="1538"/>
                      </a:lnTo>
                      <a:lnTo>
                        <a:pt x="4089" y="1311"/>
                      </a:lnTo>
                      <a:lnTo>
                        <a:pt x="4446" y="1101"/>
                      </a:lnTo>
                      <a:lnTo>
                        <a:pt x="4813" y="906"/>
                      </a:lnTo>
                      <a:lnTo>
                        <a:pt x="5190" y="729"/>
                      </a:lnTo>
                      <a:lnTo>
                        <a:pt x="5577" y="570"/>
                      </a:lnTo>
                      <a:lnTo>
                        <a:pt x="5972" y="430"/>
                      </a:lnTo>
                      <a:lnTo>
                        <a:pt x="6377" y="308"/>
                      </a:lnTo>
                      <a:lnTo>
                        <a:pt x="6789" y="205"/>
                      </a:lnTo>
                      <a:lnTo>
                        <a:pt x="7209" y="123"/>
                      </a:lnTo>
                      <a:lnTo>
                        <a:pt x="7636" y="61"/>
                      </a:lnTo>
                      <a:lnTo>
                        <a:pt x="8069" y="20"/>
                      </a:lnTo>
                      <a:lnTo>
                        <a:pt x="8508" y="0"/>
                      </a:lnTo>
                      <a:lnTo>
                        <a:pt x="8508" y="4795"/>
                      </a:lnTo>
                      <a:lnTo>
                        <a:pt x="8316" y="4808"/>
                      </a:lnTo>
                      <a:lnTo>
                        <a:pt x="8126" y="4831"/>
                      </a:lnTo>
                      <a:lnTo>
                        <a:pt x="7939" y="4863"/>
                      </a:lnTo>
                      <a:lnTo>
                        <a:pt x="7755" y="4903"/>
                      </a:lnTo>
                      <a:lnTo>
                        <a:pt x="7575" y="4952"/>
                      </a:lnTo>
                      <a:lnTo>
                        <a:pt x="7398" y="5008"/>
                      </a:lnTo>
                      <a:lnTo>
                        <a:pt x="7225" y="5073"/>
                      </a:lnTo>
                      <a:lnTo>
                        <a:pt x="7055" y="5147"/>
                      </a:lnTo>
                      <a:lnTo>
                        <a:pt x="6890" y="5227"/>
                      </a:lnTo>
                      <a:lnTo>
                        <a:pt x="6731" y="5315"/>
                      </a:lnTo>
                      <a:lnTo>
                        <a:pt x="6574" y="5411"/>
                      </a:lnTo>
                      <a:lnTo>
                        <a:pt x="6424" y="5514"/>
                      </a:lnTo>
                      <a:lnTo>
                        <a:pt x="6278" y="5622"/>
                      </a:lnTo>
                      <a:lnTo>
                        <a:pt x="6138" y="5738"/>
                      </a:lnTo>
                      <a:lnTo>
                        <a:pt x="6004" y="5860"/>
                      </a:lnTo>
                      <a:lnTo>
                        <a:pt x="5876" y="5988"/>
                      </a:lnTo>
                      <a:lnTo>
                        <a:pt x="5753" y="6122"/>
                      </a:lnTo>
                      <a:lnTo>
                        <a:pt x="5636" y="6262"/>
                      </a:lnTo>
                      <a:lnTo>
                        <a:pt x="5526" y="6407"/>
                      </a:lnTo>
                      <a:lnTo>
                        <a:pt x="5423" y="6557"/>
                      </a:lnTo>
                      <a:lnTo>
                        <a:pt x="5326" y="6712"/>
                      </a:lnTo>
                      <a:lnTo>
                        <a:pt x="5237" y="6872"/>
                      </a:lnTo>
                      <a:lnTo>
                        <a:pt x="5156" y="7037"/>
                      </a:lnTo>
                      <a:lnTo>
                        <a:pt x="5082" y="7205"/>
                      </a:lnTo>
                      <a:lnTo>
                        <a:pt x="5016" y="7377"/>
                      </a:lnTo>
                      <a:lnTo>
                        <a:pt x="4959" y="7554"/>
                      </a:lnTo>
                      <a:lnTo>
                        <a:pt x="4909" y="7734"/>
                      </a:lnTo>
                      <a:lnTo>
                        <a:pt x="4867" y="7918"/>
                      </a:lnTo>
                      <a:lnTo>
                        <a:pt x="4835" y="8105"/>
                      </a:lnTo>
                      <a:lnTo>
                        <a:pt x="4812" y="8293"/>
                      </a:lnTo>
                      <a:lnTo>
                        <a:pt x="4797" y="8487"/>
                      </a:lnTo>
                      <a:lnTo>
                        <a:pt x="4792" y="8681"/>
                      </a:lnTo>
                      <a:lnTo>
                        <a:pt x="4792" y="8745"/>
                      </a:lnTo>
                      <a:lnTo>
                        <a:pt x="4795" y="8810"/>
                      </a:lnTo>
                      <a:lnTo>
                        <a:pt x="4797" y="8874"/>
                      </a:lnTo>
                      <a:lnTo>
                        <a:pt x="4801" y="8937"/>
                      </a:lnTo>
                      <a:lnTo>
                        <a:pt x="4805" y="9001"/>
                      </a:lnTo>
                      <a:lnTo>
                        <a:pt x="4811" y="9064"/>
                      </a:lnTo>
                      <a:lnTo>
                        <a:pt x="4817" y="9127"/>
                      </a:lnTo>
                      <a:lnTo>
                        <a:pt x="4825" y="9190"/>
                      </a:lnTo>
                      <a:lnTo>
                        <a:pt x="4834" y="9252"/>
                      </a:lnTo>
                      <a:lnTo>
                        <a:pt x="4843" y="9314"/>
                      </a:lnTo>
                      <a:lnTo>
                        <a:pt x="4854" y="9376"/>
                      </a:lnTo>
                      <a:lnTo>
                        <a:pt x="4866" y="9436"/>
                      </a:lnTo>
                      <a:lnTo>
                        <a:pt x="4878" y="9497"/>
                      </a:lnTo>
                      <a:lnTo>
                        <a:pt x="4892" y="9558"/>
                      </a:lnTo>
                      <a:lnTo>
                        <a:pt x="4906" y="9619"/>
                      </a:lnTo>
                      <a:lnTo>
                        <a:pt x="4922" y="9678"/>
                      </a:lnTo>
                      <a:lnTo>
                        <a:pt x="4938" y="9738"/>
                      </a:lnTo>
                      <a:lnTo>
                        <a:pt x="4955" y="9797"/>
                      </a:lnTo>
                      <a:lnTo>
                        <a:pt x="4973" y="9855"/>
                      </a:lnTo>
                      <a:lnTo>
                        <a:pt x="4992" y="9914"/>
                      </a:lnTo>
                      <a:lnTo>
                        <a:pt x="5012" y="9971"/>
                      </a:lnTo>
                      <a:lnTo>
                        <a:pt x="5032" y="10029"/>
                      </a:lnTo>
                      <a:lnTo>
                        <a:pt x="5054" y="10086"/>
                      </a:lnTo>
                      <a:lnTo>
                        <a:pt x="5077" y="10143"/>
                      </a:lnTo>
                      <a:lnTo>
                        <a:pt x="5101" y="10199"/>
                      </a:lnTo>
                      <a:lnTo>
                        <a:pt x="5125" y="10255"/>
                      </a:lnTo>
                      <a:lnTo>
                        <a:pt x="5150" y="10310"/>
                      </a:lnTo>
                      <a:lnTo>
                        <a:pt x="5176" y="10365"/>
                      </a:lnTo>
                      <a:lnTo>
                        <a:pt x="5202" y="10420"/>
                      </a:lnTo>
                      <a:lnTo>
                        <a:pt x="5230" y="10474"/>
                      </a:lnTo>
                      <a:lnTo>
                        <a:pt x="5258" y="10527"/>
                      </a:lnTo>
                      <a:lnTo>
                        <a:pt x="5287" y="10579"/>
                      </a:lnTo>
                      <a:lnTo>
                        <a:pt x="1135" y="12977"/>
                      </a:lnTo>
                      <a:close/>
                    </a:path>
                  </a:pathLst>
                </a:custGeom>
                <a:solidFill>
                  <a:schemeClr val="accent2">
                    <a:lumMod val="100000"/>
                  </a:schemeClr>
                </a:solidFill>
                <a:ln>
                  <a:solidFill>
                    <a:schemeClr val="bg1"/>
                  </a:solidFill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7" name="任意多边形: 形状 36">
                  <a:extLst>
                    <a:ext uri="{FF2B5EF4-FFF2-40B4-BE49-F238E27FC236}">
                      <a16:creationId xmlns:a16="http://schemas.microsoft.com/office/drawing/2014/main" xmlns="" id="{3D35026C-CA8C-4637-81CF-E3E0321533E4}"/>
                    </a:ext>
                  </a:extLst>
                </p:cNvPr>
                <p:cNvSpPr/>
                <p:nvPr/>
              </p:nvSpPr>
              <p:spPr bwMode="auto">
                <a:xfrm>
                  <a:off x="861355" y="5211763"/>
                  <a:ext cx="1947863" cy="858838"/>
                </a:xfrm>
                <a:custGeom>
                  <a:avLst/>
                  <a:gdLst>
                    <a:gd name="T0" fmla="*/ 252217063 w 14736"/>
                    <a:gd name="T1" fmla="*/ 49939682 h 6488"/>
                    <a:gd name="T2" fmla="*/ 243445731 w 14736"/>
                    <a:gd name="T3" fmla="*/ 61101664 h 6488"/>
                    <a:gd name="T4" fmla="*/ 233696106 w 14736"/>
                    <a:gd name="T5" fmla="*/ 71387467 h 6488"/>
                    <a:gd name="T6" fmla="*/ 223037716 w 14736"/>
                    <a:gd name="T7" fmla="*/ 80727066 h 6488"/>
                    <a:gd name="T8" fmla="*/ 211523302 w 14736"/>
                    <a:gd name="T9" fmla="*/ 89032829 h 6488"/>
                    <a:gd name="T10" fmla="*/ 199257555 w 14736"/>
                    <a:gd name="T11" fmla="*/ 96287150 h 6488"/>
                    <a:gd name="T12" fmla="*/ 186275371 w 14736"/>
                    <a:gd name="T13" fmla="*/ 102349980 h 6488"/>
                    <a:gd name="T14" fmla="*/ 172646807 w 14736"/>
                    <a:gd name="T15" fmla="*/ 107203844 h 6488"/>
                    <a:gd name="T16" fmla="*/ 158494001 w 14736"/>
                    <a:gd name="T17" fmla="*/ 110760980 h 6488"/>
                    <a:gd name="T18" fmla="*/ 143834402 w 14736"/>
                    <a:gd name="T19" fmla="*/ 112951229 h 6488"/>
                    <a:gd name="T20" fmla="*/ 128738199 w 14736"/>
                    <a:gd name="T21" fmla="*/ 113687224 h 6488"/>
                    <a:gd name="T22" fmla="*/ 113641865 w 14736"/>
                    <a:gd name="T23" fmla="*/ 112951229 h 6488"/>
                    <a:gd name="T24" fmla="*/ 98982266 w 14736"/>
                    <a:gd name="T25" fmla="*/ 110760980 h 6488"/>
                    <a:gd name="T26" fmla="*/ 84829460 w 14736"/>
                    <a:gd name="T27" fmla="*/ 107203844 h 6488"/>
                    <a:gd name="T28" fmla="*/ 71200896 w 14736"/>
                    <a:gd name="T29" fmla="*/ 102349980 h 6488"/>
                    <a:gd name="T30" fmla="*/ 58218712 w 14736"/>
                    <a:gd name="T31" fmla="*/ 96287150 h 6488"/>
                    <a:gd name="T32" fmla="*/ 45952964 w 14736"/>
                    <a:gd name="T33" fmla="*/ 89032829 h 6488"/>
                    <a:gd name="T34" fmla="*/ 34438551 w 14736"/>
                    <a:gd name="T35" fmla="*/ 80727066 h 6488"/>
                    <a:gd name="T36" fmla="*/ 23780161 w 14736"/>
                    <a:gd name="T37" fmla="*/ 71387467 h 6488"/>
                    <a:gd name="T38" fmla="*/ 14030535 w 14736"/>
                    <a:gd name="T39" fmla="*/ 61101664 h 6488"/>
                    <a:gd name="T40" fmla="*/ 5259204 w 14736"/>
                    <a:gd name="T41" fmla="*/ 49939682 h 6488"/>
                    <a:gd name="T42" fmla="*/ 72616190 w 14736"/>
                    <a:gd name="T43" fmla="*/ 0 h 6488"/>
                    <a:gd name="T44" fmla="*/ 76267904 w 14736"/>
                    <a:gd name="T45" fmla="*/ 4853732 h 6488"/>
                    <a:gd name="T46" fmla="*/ 80339038 w 14736"/>
                    <a:gd name="T47" fmla="*/ 9392151 h 6488"/>
                    <a:gd name="T48" fmla="*/ 84794564 w 14736"/>
                    <a:gd name="T49" fmla="*/ 13527493 h 6488"/>
                    <a:gd name="T50" fmla="*/ 89599451 w 14736"/>
                    <a:gd name="T51" fmla="*/ 17259890 h 6488"/>
                    <a:gd name="T52" fmla="*/ 94736384 w 14736"/>
                    <a:gd name="T53" fmla="*/ 20571606 h 6488"/>
                    <a:gd name="T54" fmla="*/ 100187916 w 14736"/>
                    <a:gd name="T55" fmla="*/ 23410351 h 6488"/>
                    <a:gd name="T56" fmla="*/ 105883987 w 14736"/>
                    <a:gd name="T57" fmla="*/ 25758389 h 6488"/>
                    <a:gd name="T58" fmla="*/ 111859628 w 14736"/>
                    <a:gd name="T59" fmla="*/ 27580772 h 6488"/>
                    <a:gd name="T60" fmla="*/ 118027464 w 14736"/>
                    <a:gd name="T61" fmla="*/ 28859895 h 6488"/>
                    <a:gd name="T62" fmla="*/ 124387496 w 14736"/>
                    <a:gd name="T63" fmla="*/ 29560812 h 6488"/>
                    <a:gd name="T64" fmla="*/ 130922143 w 14736"/>
                    <a:gd name="T65" fmla="*/ 29665917 h 6488"/>
                    <a:gd name="T66" fmla="*/ 137352100 w 14736"/>
                    <a:gd name="T67" fmla="*/ 29175341 h 6488"/>
                    <a:gd name="T68" fmla="*/ 143589862 w 14736"/>
                    <a:gd name="T69" fmla="*/ 28071348 h 6488"/>
                    <a:gd name="T70" fmla="*/ 149617847 w 14736"/>
                    <a:gd name="T71" fmla="*/ 26424227 h 6488"/>
                    <a:gd name="T72" fmla="*/ 155418741 w 14736"/>
                    <a:gd name="T73" fmla="*/ 24233846 h 6488"/>
                    <a:gd name="T74" fmla="*/ 160957646 w 14736"/>
                    <a:gd name="T75" fmla="*/ 21570495 h 6488"/>
                    <a:gd name="T76" fmla="*/ 166181953 w 14736"/>
                    <a:gd name="T77" fmla="*/ 18416304 h 6488"/>
                    <a:gd name="T78" fmla="*/ 171126691 w 14736"/>
                    <a:gd name="T79" fmla="*/ 14824222 h 6488"/>
                    <a:gd name="T80" fmla="*/ 175687038 w 14736"/>
                    <a:gd name="T81" fmla="*/ 10811457 h 6488"/>
                    <a:gd name="T82" fmla="*/ 179897891 w 14736"/>
                    <a:gd name="T83" fmla="*/ 6395749 h 6488"/>
                    <a:gd name="T84" fmla="*/ 183689456 w 14736"/>
                    <a:gd name="T85" fmla="*/ 1647121 h 6488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14736" h="6488">
                      <a:moveTo>
                        <a:pt x="14736" y="2398"/>
                      </a:moveTo>
                      <a:lnTo>
                        <a:pt x="14589" y="2626"/>
                      </a:lnTo>
                      <a:lnTo>
                        <a:pt x="14435" y="2850"/>
                      </a:lnTo>
                      <a:lnTo>
                        <a:pt x="14273" y="3067"/>
                      </a:lnTo>
                      <a:lnTo>
                        <a:pt x="14106" y="3280"/>
                      </a:lnTo>
                      <a:lnTo>
                        <a:pt x="13933" y="3487"/>
                      </a:lnTo>
                      <a:lnTo>
                        <a:pt x="13753" y="3688"/>
                      </a:lnTo>
                      <a:lnTo>
                        <a:pt x="13567" y="3884"/>
                      </a:lnTo>
                      <a:lnTo>
                        <a:pt x="13375" y="4074"/>
                      </a:lnTo>
                      <a:lnTo>
                        <a:pt x="13177" y="4258"/>
                      </a:lnTo>
                      <a:lnTo>
                        <a:pt x="12973" y="4436"/>
                      </a:lnTo>
                      <a:lnTo>
                        <a:pt x="12765" y="4607"/>
                      </a:lnTo>
                      <a:lnTo>
                        <a:pt x="12550" y="4772"/>
                      </a:lnTo>
                      <a:lnTo>
                        <a:pt x="12331" y="4930"/>
                      </a:lnTo>
                      <a:lnTo>
                        <a:pt x="12106" y="5081"/>
                      </a:lnTo>
                      <a:lnTo>
                        <a:pt x="11876" y="5227"/>
                      </a:lnTo>
                      <a:lnTo>
                        <a:pt x="11643" y="5365"/>
                      </a:lnTo>
                      <a:lnTo>
                        <a:pt x="11404" y="5495"/>
                      </a:lnTo>
                      <a:lnTo>
                        <a:pt x="11160" y="5618"/>
                      </a:lnTo>
                      <a:lnTo>
                        <a:pt x="10912" y="5734"/>
                      </a:lnTo>
                      <a:lnTo>
                        <a:pt x="10661" y="5841"/>
                      </a:lnTo>
                      <a:lnTo>
                        <a:pt x="10405" y="5942"/>
                      </a:lnTo>
                      <a:lnTo>
                        <a:pt x="10145" y="6034"/>
                      </a:lnTo>
                      <a:lnTo>
                        <a:pt x="9881" y="6118"/>
                      </a:lnTo>
                      <a:lnTo>
                        <a:pt x="9614" y="6194"/>
                      </a:lnTo>
                      <a:lnTo>
                        <a:pt x="9344" y="6262"/>
                      </a:lnTo>
                      <a:lnTo>
                        <a:pt x="9071" y="6321"/>
                      </a:lnTo>
                      <a:lnTo>
                        <a:pt x="8794" y="6372"/>
                      </a:lnTo>
                      <a:lnTo>
                        <a:pt x="8514" y="6413"/>
                      </a:lnTo>
                      <a:lnTo>
                        <a:pt x="8232" y="6446"/>
                      </a:lnTo>
                      <a:lnTo>
                        <a:pt x="7946" y="6470"/>
                      </a:lnTo>
                      <a:lnTo>
                        <a:pt x="7658" y="6484"/>
                      </a:lnTo>
                      <a:lnTo>
                        <a:pt x="7368" y="6488"/>
                      </a:lnTo>
                      <a:lnTo>
                        <a:pt x="7078" y="6484"/>
                      </a:lnTo>
                      <a:lnTo>
                        <a:pt x="6790" y="6470"/>
                      </a:lnTo>
                      <a:lnTo>
                        <a:pt x="6504" y="6446"/>
                      </a:lnTo>
                      <a:lnTo>
                        <a:pt x="6222" y="6413"/>
                      </a:lnTo>
                      <a:lnTo>
                        <a:pt x="5942" y="6372"/>
                      </a:lnTo>
                      <a:lnTo>
                        <a:pt x="5665" y="6321"/>
                      </a:lnTo>
                      <a:lnTo>
                        <a:pt x="5392" y="6262"/>
                      </a:lnTo>
                      <a:lnTo>
                        <a:pt x="5122" y="6194"/>
                      </a:lnTo>
                      <a:lnTo>
                        <a:pt x="4855" y="6118"/>
                      </a:lnTo>
                      <a:lnTo>
                        <a:pt x="4591" y="6034"/>
                      </a:lnTo>
                      <a:lnTo>
                        <a:pt x="4331" y="5942"/>
                      </a:lnTo>
                      <a:lnTo>
                        <a:pt x="4075" y="5841"/>
                      </a:lnTo>
                      <a:lnTo>
                        <a:pt x="3824" y="5734"/>
                      </a:lnTo>
                      <a:lnTo>
                        <a:pt x="3576" y="5618"/>
                      </a:lnTo>
                      <a:lnTo>
                        <a:pt x="3332" y="5495"/>
                      </a:lnTo>
                      <a:lnTo>
                        <a:pt x="3093" y="5365"/>
                      </a:lnTo>
                      <a:lnTo>
                        <a:pt x="2860" y="5227"/>
                      </a:lnTo>
                      <a:lnTo>
                        <a:pt x="2630" y="5081"/>
                      </a:lnTo>
                      <a:lnTo>
                        <a:pt x="2405" y="4930"/>
                      </a:lnTo>
                      <a:lnTo>
                        <a:pt x="2186" y="4772"/>
                      </a:lnTo>
                      <a:lnTo>
                        <a:pt x="1971" y="4607"/>
                      </a:lnTo>
                      <a:lnTo>
                        <a:pt x="1763" y="4436"/>
                      </a:lnTo>
                      <a:lnTo>
                        <a:pt x="1559" y="4258"/>
                      </a:lnTo>
                      <a:lnTo>
                        <a:pt x="1361" y="4074"/>
                      </a:lnTo>
                      <a:lnTo>
                        <a:pt x="1169" y="3884"/>
                      </a:lnTo>
                      <a:lnTo>
                        <a:pt x="983" y="3688"/>
                      </a:lnTo>
                      <a:lnTo>
                        <a:pt x="803" y="3487"/>
                      </a:lnTo>
                      <a:lnTo>
                        <a:pt x="630" y="3280"/>
                      </a:lnTo>
                      <a:lnTo>
                        <a:pt x="463" y="3067"/>
                      </a:lnTo>
                      <a:lnTo>
                        <a:pt x="301" y="2850"/>
                      </a:lnTo>
                      <a:lnTo>
                        <a:pt x="147" y="2626"/>
                      </a:lnTo>
                      <a:lnTo>
                        <a:pt x="0" y="2399"/>
                      </a:lnTo>
                      <a:lnTo>
                        <a:pt x="4156" y="0"/>
                      </a:lnTo>
                      <a:lnTo>
                        <a:pt x="4223" y="94"/>
                      </a:lnTo>
                      <a:lnTo>
                        <a:pt x="4292" y="187"/>
                      </a:lnTo>
                      <a:lnTo>
                        <a:pt x="4365" y="277"/>
                      </a:lnTo>
                      <a:lnTo>
                        <a:pt x="4440" y="366"/>
                      </a:lnTo>
                      <a:lnTo>
                        <a:pt x="4518" y="452"/>
                      </a:lnTo>
                      <a:lnTo>
                        <a:pt x="4598" y="536"/>
                      </a:lnTo>
                      <a:lnTo>
                        <a:pt x="4681" y="617"/>
                      </a:lnTo>
                      <a:lnTo>
                        <a:pt x="4766" y="696"/>
                      </a:lnTo>
                      <a:lnTo>
                        <a:pt x="4853" y="772"/>
                      </a:lnTo>
                      <a:lnTo>
                        <a:pt x="4942" y="846"/>
                      </a:lnTo>
                      <a:lnTo>
                        <a:pt x="5035" y="917"/>
                      </a:lnTo>
                      <a:lnTo>
                        <a:pt x="5128" y="985"/>
                      </a:lnTo>
                      <a:lnTo>
                        <a:pt x="5225" y="1051"/>
                      </a:lnTo>
                      <a:lnTo>
                        <a:pt x="5322" y="1114"/>
                      </a:lnTo>
                      <a:lnTo>
                        <a:pt x="5422" y="1174"/>
                      </a:lnTo>
                      <a:lnTo>
                        <a:pt x="5524" y="1231"/>
                      </a:lnTo>
                      <a:lnTo>
                        <a:pt x="5628" y="1285"/>
                      </a:lnTo>
                      <a:lnTo>
                        <a:pt x="5734" y="1336"/>
                      </a:lnTo>
                      <a:lnTo>
                        <a:pt x="5841" y="1383"/>
                      </a:lnTo>
                      <a:lnTo>
                        <a:pt x="5950" y="1428"/>
                      </a:lnTo>
                      <a:lnTo>
                        <a:pt x="6060" y="1470"/>
                      </a:lnTo>
                      <a:lnTo>
                        <a:pt x="6173" y="1508"/>
                      </a:lnTo>
                      <a:lnTo>
                        <a:pt x="6287" y="1543"/>
                      </a:lnTo>
                      <a:lnTo>
                        <a:pt x="6402" y="1574"/>
                      </a:lnTo>
                      <a:lnTo>
                        <a:pt x="6518" y="1602"/>
                      </a:lnTo>
                      <a:lnTo>
                        <a:pt x="6637" y="1627"/>
                      </a:lnTo>
                      <a:lnTo>
                        <a:pt x="6755" y="1647"/>
                      </a:lnTo>
                      <a:lnTo>
                        <a:pt x="6875" y="1665"/>
                      </a:lnTo>
                      <a:lnTo>
                        <a:pt x="6997" y="1678"/>
                      </a:lnTo>
                      <a:lnTo>
                        <a:pt x="7119" y="1687"/>
                      </a:lnTo>
                      <a:lnTo>
                        <a:pt x="7243" y="1693"/>
                      </a:lnTo>
                      <a:lnTo>
                        <a:pt x="7368" y="1695"/>
                      </a:lnTo>
                      <a:lnTo>
                        <a:pt x="7493" y="1693"/>
                      </a:lnTo>
                      <a:lnTo>
                        <a:pt x="7617" y="1687"/>
                      </a:lnTo>
                      <a:lnTo>
                        <a:pt x="7739" y="1678"/>
                      </a:lnTo>
                      <a:lnTo>
                        <a:pt x="7861" y="1665"/>
                      </a:lnTo>
                      <a:lnTo>
                        <a:pt x="7981" y="1647"/>
                      </a:lnTo>
                      <a:lnTo>
                        <a:pt x="8099" y="1627"/>
                      </a:lnTo>
                      <a:lnTo>
                        <a:pt x="8218" y="1602"/>
                      </a:lnTo>
                      <a:lnTo>
                        <a:pt x="8334" y="1574"/>
                      </a:lnTo>
                      <a:lnTo>
                        <a:pt x="8449" y="1543"/>
                      </a:lnTo>
                      <a:lnTo>
                        <a:pt x="8563" y="1508"/>
                      </a:lnTo>
                      <a:lnTo>
                        <a:pt x="8676" y="1469"/>
                      </a:lnTo>
                      <a:lnTo>
                        <a:pt x="8786" y="1428"/>
                      </a:lnTo>
                      <a:lnTo>
                        <a:pt x="8895" y="1383"/>
                      </a:lnTo>
                      <a:lnTo>
                        <a:pt x="9002" y="1336"/>
                      </a:lnTo>
                      <a:lnTo>
                        <a:pt x="9108" y="1285"/>
                      </a:lnTo>
                      <a:lnTo>
                        <a:pt x="9212" y="1231"/>
                      </a:lnTo>
                      <a:lnTo>
                        <a:pt x="9314" y="1174"/>
                      </a:lnTo>
                      <a:lnTo>
                        <a:pt x="9414" y="1114"/>
                      </a:lnTo>
                      <a:lnTo>
                        <a:pt x="9511" y="1051"/>
                      </a:lnTo>
                      <a:lnTo>
                        <a:pt x="9608" y="985"/>
                      </a:lnTo>
                      <a:lnTo>
                        <a:pt x="9701" y="917"/>
                      </a:lnTo>
                      <a:lnTo>
                        <a:pt x="9794" y="846"/>
                      </a:lnTo>
                      <a:lnTo>
                        <a:pt x="9883" y="772"/>
                      </a:lnTo>
                      <a:lnTo>
                        <a:pt x="9970" y="696"/>
                      </a:lnTo>
                      <a:lnTo>
                        <a:pt x="10055" y="617"/>
                      </a:lnTo>
                      <a:lnTo>
                        <a:pt x="10138" y="536"/>
                      </a:lnTo>
                      <a:lnTo>
                        <a:pt x="10218" y="452"/>
                      </a:lnTo>
                      <a:lnTo>
                        <a:pt x="10296" y="365"/>
                      </a:lnTo>
                      <a:lnTo>
                        <a:pt x="10371" y="277"/>
                      </a:lnTo>
                      <a:lnTo>
                        <a:pt x="10444" y="187"/>
                      </a:lnTo>
                      <a:lnTo>
                        <a:pt x="10513" y="94"/>
                      </a:lnTo>
                      <a:lnTo>
                        <a:pt x="10580" y="0"/>
                      </a:lnTo>
                      <a:lnTo>
                        <a:pt x="14736" y="2398"/>
                      </a:lnTo>
                      <a:close/>
                    </a:path>
                  </a:pathLst>
                </a:custGeom>
                <a:solidFill>
                  <a:schemeClr val="accent4">
                    <a:lumMod val="100000"/>
                  </a:schemeClr>
                </a:solidFill>
                <a:ln w="9525">
                  <a:solidFill>
                    <a:schemeClr val="bg1"/>
                  </a:solidFill>
                  <a:rou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" name="任意多边形: 形状 37">
                  <a:extLst>
                    <a:ext uri="{FF2B5EF4-FFF2-40B4-BE49-F238E27FC236}">
                      <a16:creationId xmlns:a16="http://schemas.microsoft.com/office/drawing/2014/main" xmlns="" id="{A2A3C0D3-2FCA-44C0-9BB7-90FD42E063C0}"/>
                    </a:ext>
                  </a:extLst>
                </p:cNvPr>
                <p:cNvSpPr/>
                <p:nvPr/>
              </p:nvSpPr>
              <p:spPr bwMode="auto">
                <a:xfrm>
                  <a:off x="1823832" y="3827665"/>
                  <a:ext cx="1125537" cy="1716089"/>
                </a:xfrm>
                <a:custGeom>
                  <a:avLst/>
                  <a:gdLst>
                    <a:gd name="T0" fmla="*/ 15260909 w 8508"/>
                    <a:gd name="T1" fmla="*/ 1066786 h 12977"/>
                    <a:gd name="T2" fmla="*/ 37294889 w 8508"/>
                    <a:gd name="T3" fmla="*/ 5368709 h 12977"/>
                    <a:gd name="T4" fmla="*/ 58068659 w 8508"/>
                    <a:gd name="T5" fmla="*/ 12748403 h 12977"/>
                    <a:gd name="T6" fmla="*/ 77337346 w 8508"/>
                    <a:gd name="T7" fmla="*/ 22926312 h 12977"/>
                    <a:gd name="T8" fmla="*/ 94821020 w 8508"/>
                    <a:gd name="T9" fmla="*/ 35657259 h 12977"/>
                    <a:gd name="T10" fmla="*/ 110309471 w 8508"/>
                    <a:gd name="T11" fmla="*/ 50696601 h 12977"/>
                    <a:gd name="T12" fmla="*/ 123540231 w 8508"/>
                    <a:gd name="T13" fmla="*/ 67799427 h 12977"/>
                    <a:gd name="T14" fmla="*/ 134250966 w 8508"/>
                    <a:gd name="T15" fmla="*/ 86703637 h 12977"/>
                    <a:gd name="T16" fmla="*/ 142231464 w 8508"/>
                    <a:gd name="T17" fmla="*/ 107164056 h 12977"/>
                    <a:gd name="T18" fmla="*/ 147184202 w 8508"/>
                    <a:gd name="T19" fmla="*/ 128953626 h 12977"/>
                    <a:gd name="T20" fmla="*/ 148899364 w 8508"/>
                    <a:gd name="T21" fmla="*/ 151809982 h 12977"/>
                    <a:gd name="T22" fmla="*/ 148706880 w 8508"/>
                    <a:gd name="T23" fmla="*/ 159452042 h 12977"/>
                    <a:gd name="T24" fmla="*/ 148146756 w 8508"/>
                    <a:gd name="T25" fmla="*/ 166989234 h 12977"/>
                    <a:gd name="T26" fmla="*/ 147219259 w 8508"/>
                    <a:gd name="T27" fmla="*/ 174438884 h 12977"/>
                    <a:gd name="T28" fmla="*/ 145941718 w 8508"/>
                    <a:gd name="T29" fmla="*/ 181748755 h 12977"/>
                    <a:gd name="T30" fmla="*/ 144314133 w 8508"/>
                    <a:gd name="T31" fmla="*/ 188936171 h 12977"/>
                    <a:gd name="T32" fmla="*/ 142371429 w 8508"/>
                    <a:gd name="T33" fmla="*/ 196001132 h 12977"/>
                    <a:gd name="T34" fmla="*/ 140061351 w 8508"/>
                    <a:gd name="T35" fmla="*/ 202926183 h 12977"/>
                    <a:gd name="T36" fmla="*/ 137471211 w 8508"/>
                    <a:gd name="T37" fmla="*/ 209693999 h 12977"/>
                    <a:gd name="T38" fmla="*/ 134548490 w 8508"/>
                    <a:gd name="T39" fmla="*/ 216304317 h 12977"/>
                    <a:gd name="T40" fmla="*/ 131328245 w 8508"/>
                    <a:gd name="T41" fmla="*/ 222739680 h 12977"/>
                    <a:gd name="T42" fmla="*/ 56371092 w 8508"/>
                    <a:gd name="T43" fmla="*/ 185001480 h 12977"/>
                    <a:gd name="T44" fmla="*/ 57858580 w 8508"/>
                    <a:gd name="T45" fmla="*/ 182220854 h 12977"/>
                    <a:gd name="T46" fmla="*/ 59206236 w 8508"/>
                    <a:gd name="T47" fmla="*/ 179335494 h 12977"/>
                    <a:gd name="T48" fmla="*/ 60448852 w 8508"/>
                    <a:gd name="T49" fmla="*/ 176380046 h 12977"/>
                    <a:gd name="T50" fmla="*/ 61533909 w 8508"/>
                    <a:gd name="T51" fmla="*/ 173372230 h 12977"/>
                    <a:gd name="T52" fmla="*/ 62478868 w 8508"/>
                    <a:gd name="T53" fmla="*/ 170294327 h 12977"/>
                    <a:gd name="T54" fmla="*/ 63283996 w 8508"/>
                    <a:gd name="T55" fmla="*/ 167146601 h 12977"/>
                    <a:gd name="T56" fmla="*/ 63949026 w 8508"/>
                    <a:gd name="T57" fmla="*/ 163963831 h 12977"/>
                    <a:gd name="T58" fmla="*/ 64456497 w 8508"/>
                    <a:gd name="T59" fmla="*/ 160711106 h 12977"/>
                    <a:gd name="T60" fmla="*/ 64806541 w 8508"/>
                    <a:gd name="T61" fmla="*/ 157406013 h 12977"/>
                    <a:gd name="T62" fmla="*/ 64981563 w 8508"/>
                    <a:gd name="T63" fmla="*/ 154065877 h 12977"/>
                    <a:gd name="T64" fmla="*/ 64946638 w 8508"/>
                    <a:gd name="T65" fmla="*/ 148417346 h 12977"/>
                    <a:gd name="T66" fmla="*/ 63721485 w 8508"/>
                    <a:gd name="T67" fmla="*/ 138466892 h 12977"/>
                    <a:gd name="T68" fmla="*/ 61113882 w 8508"/>
                    <a:gd name="T69" fmla="*/ 129006125 h 12977"/>
                    <a:gd name="T70" fmla="*/ 57246069 w 8508"/>
                    <a:gd name="T71" fmla="*/ 120174825 h 12977"/>
                    <a:gd name="T72" fmla="*/ 52188292 w 8508"/>
                    <a:gd name="T73" fmla="*/ 112043077 h 12977"/>
                    <a:gd name="T74" fmla="*/ 46062920 w 8508"/>
                    <a:gd name="T75" fmla="*/ 104715883 h 12977"/>
                    <a:gd name="T76" fmla="*/ 39027514 w 8508"/>
                    <a:gd name="T77" fmla="*/ 98315299 h 12977"/>
                    <a:gd name="T78" fmla="*/ 31099403 w 8508"/>
                    <a:gd name="T79" fmla="*/ 92946590 h 12977"/>
                    <a:gd name="T80" fmla="*/ 22453875 w 8508"/>
                    <a:gd name="T81" fmla="*/ 88714622 h 12977"/>
                    <a:gd name="T82" fmla="*/ 13178373 w 8508"/>
                    <a:gd name="T83" fmla="*/ 85741718 h 12977"/>
                    <a:gd name="T84" fmla="*/ 3360210 w 8508"/>
                    <a:gd name="T85" fmla="*/ 84080378 h 12977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8508" h="12977">
                      <a:moveTo>
                        <a:pt x="0" y="0"/>
                      </a:moveTo>
                      <a:lnTo>
                        <a:pt x="439" y="20"/>
                      </a:lnTo>
                      <a:lnTo>
                        <a:pt x="872" y="61"/>
                      </a:lnTo>
                      <a:lnTo>
                        <a:pt x="1299" y="123"/>
                      </a:lnTo>
                      <a:lnTo>
                        <a:pt x="1719" y="205"/>
                      </a:lnTo>
                      <a:lnTo>
                        <a:pt x="2131" y="307"/>
                      </a:lnTo>
                      <a:lnTo>
                        <a:pt x="2536" y="430"/>
                      </a:lnTo>
                      <a:lnTo>
                        <a:pt x="2931" y="570"/>
                      </a:lnTo>
                      <a:lnTo>
                        <a:pt x="3318" y="729"/>
                      </a:lnTo>
                      <a:lnTo>
                        <a:pt x="3695" y="906"/>
                      </a:lnTo>
                      <a:lnTo>
                        <a:pt x="4062" y="1101"/>
                      </a:lnTo>
                      <a:lnTo>
                        <a:pt x="4419" y="1311"/>
                      </a:lnTo>
                      <a:lnTo>
                        <a:pt x="4764" y="1538"/>
                      </a:lnTo>
                      <a:lnTo>
                        <a:pt x="5097" y="1781"/>
                      </a:lnTo>
                      <a:lnTo>
                        <a:pt x="5418" y="2039"/>
                      </a:lnTo>
                      <a:lnTo>
                        <a:pt x="5727" y="2312"/>
                      </a:lnTo>
                      <a:lnTo>
                        <a:pt x="6022" y="2598"/>
                      </a:lnTo>
                      <a:lnTo>
                        <a:pt x="6303" y="2899"/>
                      </a:lnTo>
                      <a:lnTo>
                        <a:pt x="6570" y="3213"/>
                      </a:lnTo>
                      <a:lnTo>
                        <a:pt x="6823" y="3538"/>
                      </a:lnTo>
                      <a:lnTo>
                        <a:pt x="7059" y="3877"/>
                      </a:lnTo>
                      <a:lnTo>
                        <a:pt x="7279" y="4226"/>
                      </a:lnTo>
                      <a:lnTo>
                        <a:pt x="7485" y="4587"/>
                      </a:lnTo>
                      <a:lnTo>
                        <a:pt x="7671" y="4958"/>
                      </a:lnTo>
                      <a:lnTo>
                        <a:pt x="7842" y="5339"/>
                      </a:lnTo>
                      <a:lnTo>
                        <a:pt x="7994" y="5730"/>
                      </a:lnTo>
                      <a:lnTo>
                        <a:pt x="8127" y="6128"/>
                      </a:lnTo>
                      <a:lnTo>
                        <a:pt x="8241" y="6536"/>
                      </a:lnTo>
                      <a:lnTo>
                        <a:pt x="8335" y="6952"/>
                      </a:lnTo>
                      <a:lnTo>
                        <a:pt x="8410" y="7374"/>
                      </a:lnTo>
                      <a:lnTo>
                        <a:pt x="8465" y="7804"/>
                      </a:lnTo>
                      <a:lnTo>
                        <a:pt x="8497" y="8239"/>
                      </a:lnTo>
                      <a:lnTo>
                        <a:pt x="8508" y="8681"/>
                      </a:lnTo>
                      <a:lnTo>
                        <a:pt x="8507" y="8827"/>
                      </a:lnTo>
                      <a:lnTo>
                        <a:pt x="8504" y="8973"/>
                      </a:lnTo>
                      <a:lnTo>
                        <a:pt x="8497" y="9118"/>
                      </a:lnTo>
                      <a:lnTo>
                        <a:pt x="8488" y="9263"/>
                      </a:lnTo>
                      <a:lnTo>
                        <a:pt x="8478" y="9406"/>
                      </a:lnTo>
                      <a:lnTo>
                        <a:pt x="8465" y="9549"/>
                      </a:lnTo>
                      <a:lnTo>
                        <a:pt x="8449" y="9691"/>
                      </a:lnTo>
                      <a:lnTo>
                        <a:pt x="8432" y="9834"/>
                      </a:lnTo>
                      <a:lnTo>
                        <a:pt x="8412" y="9975"/>
                      </a:lnTo>
                      <a:lnTo>
                        <a:pt x="8390" y="10115"/>
                      </a:lnTo>
                      <a:lnTo>
                        <a:pt x="8366" y="10254"/>
                      </a:lnTo>
                      <a:lnTo>
                        <a:pt x="8339" y="10393"/>
                      </a:lnTo>
                      <a:lnTo>
                        <a:pt x="8310" y="10530"/>
                      </a:lnTo>
                      <a:lnTo>
                        <a:pt x="8279" y="10668"/>
                      </a:lnTo>
                      <a:lnTo>
                        <a:pt x="8246" y="10804"/>
                      </a:lnTo>
                      <a:lnTo>
                        <a:pt x="8211" y="10940"/>
                      </a:lnTo>
                      <a:lnTo>
                        <a:pt x="8174" y="11074"/>
                      </a:lnTo>
                      <a:lnTo>
                        <a:pt x="8135" y="11208"/>
                      </a:lnTo>
                      <a:lnTo>
                        <a:pt x="8092" y="11341"/>
                      </a:lnTo>
                      <a:lnTo>
                        <a:pt x="8049" y="11473"/>
                      </a:lnTo>
                      <a:lnTo>
                        <a:pt x="8003" y="11604"/>
                      </a:lnTo>
                      <a:lnTo>
                        <a:pt x="7956" y="11734"/>
                      </a:lnTo>
                      <a:lnTo>
                        <a:pt x="7907" y="11863"/>
                      </a:lnTo>
                      <a:lnTo>
                        <a:pt x="7855" y="11991"/>
                      </a:lnTo>
                      <a:lnTo>
                        <a:pt x="7802" y="12118"/>
                      </a:lnTo>
                      <a:lnTo>
                        <a:pt x="7745" y="12244"/>
                      </a:lnTo>
                      <a:lnTo>
                        <a:pt x="7688" y="12369"/>
                      </a:lnTo>
                      <a:lnTo>
                        <a:pt x="7629" y="12493"/>
                      </a:lnTo>
                      <a:lnTo>
                        <a:pt x="7567" y="12615"/>
                      </a:lnTo>
                      <a:lnTo>
                        <a:pt x="7504" y="12737"/>
                      </a:lnTo>
                      <a:lnTo>
                        <a:pt x="7439" y="12857"/>
                      </a:lnTo>
                      <a:lnTo>
                        <a:pt x="7373" y="12977"/>
                      </a:lnTo>
                      <a:lnTo>
                        <a:pt x="3221" y="10579"/>
                      </a:lnTo>
                      <a:lnTo>
                        <a:pt x="3250" y="10527"/>
                      </a:lnTo>
                      <a:lnTo>
                        <a:pt x="3278" y="10474"/>
                      </a:lnTo>
                      <a:lnTo>
                        <a:pt x="3306" y="10420"/>
                      </a:lnTo>
                      <a:lnTo>
                        <a:pt x="3332" y="10365"/>
                      </a:lnTo>
                      <a:lnTo>
                        <a:pt x="3358" y="10310"/>
                      </a:lnTo>
                      <a:lnTo>
                        <a:pt x="3383" y="10255"/>
                      </a:lnTo>
                      <a:lnTo>
                        <a:pt x="3407" y="10199"/>
                      </a:lnTo>
                      <a:lnTo>
                        <a:pt x="3431" y="10143"/>
                      </a:lnTo>
                      <a:lnTo>
                        <a:pt x="3454" y="10086"/>
                      </a:lnTo>
                      <a:lnTo>
                        <a:pt x="3476" y="10029"/>
                      </a:lnTo>
                      <a:lnTo>
                        <a:pt x="3496" y="9971"/>
                      </a:lnTo>
                      <a:lnTo>
                        <a:pt x="3516" y="9914"/>
                      </a:lnTo>
                      <a:lnTo>
                        <a:pt x="3535" y="9855"/>
                      </a:lnTo>
                      <a:lnTo>
                        <a:pt x="3553" y="9797"/>
                      </a:lnTo>
                      <a:lnTo>
                        <a:pt x="3570" y="9738"/>
                      </a:lnTo>
                      <a:lnTo>
                        <a:pt x="3586" y="9678"/>
                      </a:lnTo>
                      <a:lnTo>
                        <a:pt x="3602" y="9619"/>
                      </a:lnTo>
                      <a:lnTo>
                        <a:pt x="3616" y="9558"/>
                      </a:lnTo>
                      <a:lnTo>
                        <a:pt x="3630" y="9497"/>
                      </a:lnTo>
                      <a:lnTo>
                        <a:pt x="3642" y="9436"/>
                      </a:lnTo>
                      <a:lnTo>
                        <a:pt x="3654" y="9376"/>
                      </a:lnTo>
                      <a:lnTo>
                        <a:pt x="3665" y="9314"/>
                      </a:lnTo>
                      <a:lnTo>
                        <a:pt x="3674" y="9252"/>
                      </a:lnTo>
                      <a:lnTo>
                        <a:pt x="3683" y="9190"/>
                      </a:lnTo>
                      <a:lnTo>
                        <a:pt x="3691" y="9127"/>
                      </a:lnTo>
                      <a:lnTo>
                        <a:pt x="3697" y="9064"/>
                      </a:lnTo>
                      <a:lnTo>
                        <a:pt x="3703" y="9001"/>
                      </a:lnTo>
                      <a:lnTo>
                        <a:pt x="3707" y="8937"/>
                      </a:lnTo>
                      <a:lnTo>
                        <a:pt x="3711" y="8874"/>
                      </a:lnTo>
                      <a:lnTo>
                        <a:pt x="3713" y="8810"/>
                      </a:lnTo>
                      <a:lnTo>
                        <a:pt x="3716" y="8745"/>
                      </a:lnTo>
                      <a:lnTo>
                        <a:pt x="3716" y="8681"/>
                      </a:lnTo>
                      <a:lnTo>
                        <a:pt x="3711" y="8487"/>
                      </a:lnTo>
                      <a:lnTo>
                        <a:pt x="3696" y="8293"/>
                      </a:lnTo>
                      <a:lnTo>
                        <a:pt x="3673" y="8105"/>
                      </a:lnTo>
                      <a:lnTo>
                        <a:pt x="3641" y="7918"/>
                      </a:lnTo>
                      <a:lnTo>
                        <a:pt x="3599" y="7734"/>
                      </a:lnTo>
                      <a:lnTo>
                        <a:pt x="3549" y="7554"/>
                      </a:lnTo>
                      <a:lnTo>
                        <a:pt x="3492" y="7377"/>
                      </a:lnTo>
                      <a:lnTo>
                        <a:pt x="3426" y="7205"/>
                      </a:lnTo>
                      <a:lnTo>
                        <a:pt x="3352" y="7037"/>
                      </a:lnTo>
                      <a:lnTo>
                        <a:pt x="3271" y="6872"/>
                      </a:lnTo>
                      <a:lnTo>
                        <a:pt x="3182" y="6712"/>
                      </a:lnTo>
                      <a:lnTo>
                        <a:pt x="3085" y="6557"/>
                      </a:lnTo>
                      <a:lnTo>
                        <a:pt x="2982" y="6407"/>
                      </a:lnTo>
                      <a:lnTo>
                        <a:pt x="2872" y="6262"/>
                      </a:lnTo>
                      <a:lnTo>
                        <a:pt x="2755" y="6122"/>
                      </a:lnTo>
                      <a:lnTo>
                        <a:pt x="2632" y="5988"/>
                      </a:lnTo>
                      <a:lnTo>
                        <a:pt x="2504" y="5860"/>
                      </a:lnTo>
                      <a:lnTo>
                        <a:pt x="2370" y="5738"/>
                      </a:lnTo>
                      <a:lnTo>
                        <a:pt x="2230" y="5622"/>
                      </a:lnTo>
                      <a:lnTo>
                        <a:pt x="2084" y="5514"/>
                      </a:lnTo>
                      <a:lnTo>
                        <a:pt x="1934" y="5411"/>
                      </a:lnTo>
                      <a:lnTo>
                        <a:pt x="1777" y="5315"/>
                      </a:lnTo>
                      <a:lnTo>
                        <a:pt x="1618" y="5227"/>
                      </a:lnTo>
                      <a:lnTo>
                        <a:pt x="1453" y="5147"/>
                      </a:lnTo>
                      <a:lnTo>
                        <a:pt x="1283" y="5073"/>
                      </a:lnTo>
                      <a:lnTo>
                        <a:pt x="1110" y="5008"/>
                      </a:lnTo>
                      <a:lnTo>
                        <a:pt x="933" y="4952"/>
                      </a:lnTo>
                      <a:lnTo>
                        <a:pt x="753" y="4903"/>
                      </a:lnTo>
                      <a:lnTo>
                        <a:pt x="569" y="4863"/>
                      </a:lnTo>
                      <a:lnTo>
                        <a:pt x="382" y="4831"/>
                      </a:lnTo>
                      <a:lnTo>
                        <a:pt x="192" y="4808"/>
                      </a:lnTo>
                      <a:lnTo>
                        <a:pt x="0" y="479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>
                    <a:lumMod val="100000"/>
                  </a:schemeClr>
                </a:solidFill>
                <a:ln w="9525">
                  <a:solidFill>
                    <a:schemeClr val="bg1"/>
                  </a:solidFill>
                  <a:round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xmlns="" id="{AE30F13C-DE01-4966-81B8-4B88F690280E}"/>
                    </a:ext>
                  </a:extLst>
                </p:cNvPr>
                <p:cNvSpPr/>
                <p:nvPr/>
              </p:nvSpPr>
              <p:spPr>
                <a:xfrm rot="18000000">
                  <a:off x="826270" y="4366243"/>
                  <a:ext cx="1042097" cy="590396"/>
                </a:xfrm>
                <a:prstGeom prst="rect">
                  <a:avLst/>
                </a:prstGeom>
              </p:spPr>
              <p:txBody>
                <a:bodyPr spcFirstLastPara="1" wrap="none">
                  <a:prstTxWarp prst="textArchUp">
                    <a:avLst>
                      <a:gd name="adj" fmla="val 11671062"/>
                    </a:avLst>
                  </a:prstTxWarp>
                  <a:normAutofit/>
                </a:bodyPr>
                <a:lstStyle/>
                <a:p>
                  <a:pPr>
                    <a:defRPr/>
                  </a:pPr>
                  <a:r>
                    <a:rPr lang="zh-CN" altLang="en-US" sz="1600" b="1">
                      <a:solidFill>
                        <a:schemeClr val="bg1"/>
                      </a:solidFill>
                    </a:rPr>
                    <a:t>输入标题文本</a:t>
                  </a:r>
                </a:p>
              </p:txBody>
            </p:sp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xmlns="" id="{EFD1B7A9-1EAE-476D-AD8F-7D087BF6A832}"/>
                    </a:ext>
                  </a:extLst>
                </p:cNvPr>
                <p:cNvSpPr/>
                <p:nvPr/>
              </p:nvSpPr>
              <p:spPr>
                <a:xfrm rot="3600000">
                  <a:off x="1797393" y="4404469"/>
                  <a:ext cx="1031315" cy="590396"/>
                </a:xfrm>
                <a:prstGeom prst="rect">
                  <a:avLst/>
                </a:prstGeom>
              </p:spPr>
              <p:txBody>
                <a:bodyPr spcFirstLastPara="1" wrap="none">
                  <a:prstTxWarp prst="textArchUp">
                    <a:avLst>
                      <a:gd name="adj" fmla="val 11671062"/>
                    </a:avLst>
                  </a:prstTxWarp>
                  <a:normAutofit/>
                </a:bodyPr>
                <a:lstStyle/>
                <a:p>
                  <a:pPr>
                    <a:defRPr/>
                  </a:pPr>
                  <a:r>
                    <a:rPr lang="zh-CN" altLang="en-US" sz="1600" b="1">
                      <a:solidFill>
                        <a:schemeClr val="bg1"/>
                      </a:solidFill>
                    </a:rPr>
                    <a:t>输入标题文本</a:t>
                  </a:r>
                </a:p>
              </p:txBody>
            </p:sp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xmlns="" id="{E18C958D-7336-4627-9598-1950134C3DD2}"/>
                    </a:ext>
                  </a:extLst>
                </p:cNvPr>
                <p:cNvSpPr/>
                <p:nvPr/>
              </p:nvSpPr>
              <p:spPr>
                <a:xfrm>
                  <a:off x="1363376" y="5341601"/>
                  <a:ext cx="972119" cy="590396"/>
                </a:xfrm>
                <a:prstGeom prst="rect">
                  <a:avLst/>
                </a:prstGeom>
              </p:spPr>
              <p:txBody>
                <a:bodyPr spcFirstLastPara="1" wrap="none">
                  <a:prstTxWarp prst="textArchDown">
                    <a:avLst>
                      <a:gd name="adj" fmla="val 1312104"/>
                    </a:avLst>
                  </a:prstTxWarp>
                  <a:normAutofit/>
                </a:bodyPr>
                <a:lstStyle/>
                <a:p>
                  <a:pPr>
                    <a:defRPr/>
                  </a:pPr>
                  <a:r>
                    <a:rPr lang="zh-CN" altLang="en-US" sz="1600" b="1">
                      <a:solidFill>
                        <a:schemeClr val="bg1"/>
                      </a:solidFill>
                    </a:rPr>
                    <a:t>输入标题文本</a:t>
                  </a:r>
                </a:p>
              </p:txBody>
            </p:sp>
          </p:grpSp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xmlns="" id="{9A10BB9D-E67D-460E-A03B-44BD1694C783}"/>
                  </a:ext>
                </a:extLst>
              </p:cNvPr>
              <p:cNvSpPr/>
              <p:nvPr/>
            </p:nvSpPr>
            <p:spPr>
              <a:xfrm>
                <a:off x="2776544" y="2843774"/>
                <a:ext cx="680260" cy="6802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xmlns="" id="{59024FBC-2A53-4A71-BAC9-3CA24790D83C}"/>
                </a:ext>
              </a:extLst>
            </p:cNvPr>
            <p:cNvSpPr/>
            <p:nvPr/>
          </p:nvSpPr>
          <p:spPr>
            <a:xfrm>
              <a:off x="2705267" y="3173896"/>
              <a:ext cx="671262" cy="669300"/>
            </a:xfrm>
            <a:custGeom>
              <a:avLst/>
              <a:gdLst>
                <a:gd name="connsiteX0" fmla="*/ 15478 w 330200"/>
                <a:gd name="connsiteY0" fmla="*/ 259385 h 329235"/>
                <a:gd name="connsiteX1" fmla="*/ 314722 w 330200"/>
                <a:gd name="connsiteY1" fmla="*/ 259385 h 329235"/>
                <a:gd name="connsiteX2" fmla="*/ 330200 w 330200"/>
                <a:gd name="connsiteY2" fmla="*/ 274907 h 329235"/>
                <a:gd name="connsiteX3" fmla="*/ 330200 w 330200"/>
                <a:gd name="connsiteY3" fmla="*/ 313713 h 329235"/>
                <a:gd name="connsiteX4" fmla="*/ 314722 w 330200"/>
                <a:gd name="connsiteY4" fmla="*/ 329235 h 329235"/>
                <a:gd name="connsiteX5" fmla="*/ 15478 w 330200"/>
                <a:gd name="connsiteY5" fmla="*/ 329235 h 329235"/>
                <a:gd name="connsiteX6" fmla="*/ 0 w 330200"/>
                <a:gd name="connsiteY6" fmla="*/ 313713 h 329235"/>
                <a:gd name="connsiteX7" fmla="*/ 0 w 330200"/>
                <a:gd name="connsiteY7" fmla="*/ 274907 h 329235"/>
                <a:gd name="connsiteX8" fmla="*/ 15478 w 330200"/>
                <a:gd name="connsiteY8" fmla="*/ 259385 h 329235"/>
                <a:gd name="connsiteX9" fmla="*/ 157348 w 330200"/>
                <a:gd name="connsiteY9" fmla="*/ 2893 h 329235"/>
                <a:gd name="connsiteX10" fmla="*/ 172854 w 330200"/>
                <a:gd name="connsiteY10" fmla="*/ 2893 h 329235"/>
                <a:gd name="connsiteX11" fmla="*/ 322743 w 330200"/>
                <a:gd name="connsiteY11" fmla="*/ 101912 h 329235"/>
                <a:gd name="connsiteX12" fmla="*/ 329204 w 330200"/>
                <a:gd name="connsiteY12" fmla="*/ 118630 h 329235"/>
                <a:gd name="connsiteX13" fmla="*/ 314990 w 330200"/>
                <a:gd name="connsiteY13" fmla="*/ 128917 h 329235"/>
                <a:gd name="connsiteX14" fmla="*/ 299484 w 330200"/>
                <a:gd name="connsiteY14" fmla="*/ 128917 h 329235"/>
                <a:gd name="connsiteX15" fmla="*/ 299484 w 330200"/>
                <a:gd name="connsiteY15" fmla="*/ 229223 h 329235"/>
                <a:gd name="connsiteX16" fmla="*/ 269765 w 330200"/>
                <a:gd name="connsiteY16" fmla="*/ 229223 h 329235"/>
                <a:gd name="connsiteX17" fmla="*/ 269765 w 330200"/>
                <a:gd name="connsiteY17" fmla="*/ 128917 h 329235"/>
                <a:gd name="connsiteX18" fmla="*/ 220663 w 330200"/>
                <a:gd name="connsiteY18" fmla="*/ 128917 h 329235"/>
                <a:gd name="connsiteX19" fmla="*/ 220663 w 330200"/>
                <a:gd name="connsiteY19" fmla="*/ 229223 h 329235"/>
                <a:gd name="connsiteX20" fmla="*/ 189652 w 330200"/>
                <a:gd name="connsiteY20" fmla="*/ 229223 h 329235"/>
                <a:gd name="connsiteX21" fmla="*/ 189652 w 330200"/>
                <a:gd name="connsiteY21" fmla="*/ 128917 h 329235"/>
                <a:gd name="connsiteX22" fmla="*/ 140550 w 330200"/>
                <a:gd name="connsiteY22" fmla="*/ 128917 h 329235"/>
                <a:gd name="connsiteX23" fmla="*/ 140550 w 330200"/>
                <a:gd name="connsiteY23" fmla="*/ 229223 h 329235"/>
                <a:gd name="connsiteX24" fmla="*/ 109538 w 330200"/>
                <a:gd name="connsiteY24" fmla="*/ 229223 h 329235"/>
                <a:gd name="connsiteX25" fmla="*/ 109538 w 330200"/>
                <a:gd name="connsiteY25" fmla="*/ 128917 h 329235"/>
                <a:gd name="connsiteX26" fmla="*/ 60436 w 330200"/>
                <a:gd name="connsiteY26" fmla="*/ 128917 h 329235"/>
                <a:gd name="connsiteX27" fmla="*/ 60436 w 330200"/>
                <a:gd name="connsiteY27" fmla="*/ 229223 h 329235"/>
                <a:gd name="connsiteX28" fmla="*/ 30717 w 330200"/>
                <a:gd name="connsiteY28" fmla="*/ 229223 h 329235"/>
                <a:gd name="connsiteX29" fmla="*/ 30717 w 330200"/>
                <a:gd name="connsiteY29" fmla="*/ 128917 h 329235"/>
                <a:gd name="connsiteX30" fmla="*/ 15211 w 330200"/>
                <a:gd name="connsiteY30" fmla="*/ 128917 h 329235"/>
                <a:gd name="connsiteX31" fmla="*/ 997 w 330200"/>
                <a:gd name="connsiteY31" fmla="*/ 118630 h 329235"/>
                <a:gd name="connsiteX32" fmla="*/ 7458 w 330200"/>
                <a:gd name="connsiteY32" fmla="*/ 101912 h 329235"/>
                <a:gd name="connsiteX33" fmla="*/ 157348 w 330200"/>
                <a:gd name="connsiteY33" fmla="*/ 2893 h 329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200" h="329235">
                  <a:moveTo>
                    <a:pt x="15478" y="259385"/>
                  </a:moveTo>
                  <a:cubicBezTo>
                    <a:pt x="15478" y="259385"/>
                    <a:pt x="15478" y="259385"/>
                    <a:pt x="314722" y="259385"/>
                  </a:cubicBezTo>
                  <a:cubicBezTo>
                    <a:pt x="322461" y="259385"/>
                    <a:pt x="330200" y="265853"/>
                    <a:pt x="330200" y="274907"/>
                  </a:cubicBezTo>
                  <a:cubicBezTo>
                    <a:pt x="330200" y="274907"/>
                    <a:pt x="330200" y="274907"/>
                    <a:pt x="330200" y="313713"/>
                  </a:cubicBezTo>
                  <a:cubicBezTo>
                    <a:pt x="330200" y="322768"/>
                    <a:pt x="322461" y="329235"/>
                    <a:pt x="314722" y="329235"/>
                  </a:cubicBezTo>
                  <a:cubicBezTo>
                    <a:pt x="314722" y="329235"/>
                    <a:pt x="314722" y="329235"/>
                    <a:pt x="15478" y="329235"/>
                  </a:cubicBezTo>
                  <a:cubicBezTo>
                    <a:pt x="7739" y="329235"/>
                    <a:pt x="0" y="322768"/>
                    <a:pt x="0" y="313713"/>
                  </a:cubicBezTo>
                  <a:cubicBezTo>
                    <a:pt x="0" y="313713"/>
                    <a:pt x="0" y="313713"/>
                    <a:pt x="0" y="274907"/>
                  </a:cubicBezTo>
                  <a:cubicBezTo>
                    <a:pt x="0" y="265853"/>
                    <a:pt x="7739" y="259385"/>
                    <a:pt x="15478" y="259385"/>
                  </a:cubicBezTo>
                  <a:close/>
                  <a:moveTo>
                    <a:pt x="157348" y="2893"/>
                  </a:moveTo>
                  <a:cubicBezTo>
                    <a:pt x="161224" y="-965"/>
                    <a:pt x="168977" y="-965"/>
                    <a:pt x="172854" y="2893"/>
                  </a:cubicBezTo>
                  <a:cubicBezTo>
                    <a:pt x="172854" y="2893"/>
                    <a:pt x="172854" y="2893"/>
                    <a:pt x="322743" y="101912"/>
                  </a:cubicBezTo>
                  <a:cubicBezTo>
                    <a:pt x="329204" y="105770"/>
                    <a:pt x="331788" y="112200"/>
                    <a:pt x="329204" y="118630"/>
                  </a:cubicBezTo>
                  <a:cubicBezTo>
                    <a:pt x="327912" y="125060"/>
                    <a:pt x="321451" y="128917"/>
                    <a:pt x="314990" y="128917"/>
                  </a:cubicBezTo>
                  <a:cubicBezTo>
                    <a:pt x="314990" y="128917"/>
                    <a:pt x="314990" y="128917"/>
                    <a:pt x="299484" y="128917"/>
                  </a:cubicBezTo>
                  <a:cubicBezTo>
                    <a:pt x="299484" y="128917"/>
                    <a:pt x="299484" y="128917"/>
                    <a:pt x="299484" y="229223"/>
                  </a:cubicBezTo>
                  <a:cubicBezTo>
                    <a:pt x="299484" y="229223"/>
                    <a:pt x="299484" y="229223"/>
                    <a:pt x="269765" y="229223"/>
                  </a:cubicBezTo>
                  <a:cubicBezTo>
                    <a:pt x="269765" y="229223"/>
                    <a:pt x="269765" y="229223"/>
                    <a:pt x="269765" y="128917"/>
                  </a:cubicBezTo>
                  <a:cubicBezTo>
                    <a:pt x="269765" y="128917"/>
                    <a:pt x="269765" y="128917"/>
                    <a:pt x="220663" y="128917"/>
                  </a:cubicBezTo>
                  <a:cubicBezTo>
                    <a:pt x="220663" y="128917"/>
                    <a:pt x="220663" y="128917"/>
                    <a:pt x="220663" y="229223"/>
                  </a:cubicBezTo>
                  <a:cubicBezTo>
                    <a:pt x="220663" y="229223"/>
                    <a:pt x="220663" y="229223"/>
                    <a:pt x="189652" y="229223"/>
                  </a:cubicBezTo>
                  <a:cubicBezTo>
                    <a:pt x="189652" y="229223"/>
                    <a:pt x="189652" y="229223"/>
                    <a:pt x="189652" y="128917"/>
                  </a:cubicBezTo>
                  <a:cubicBezTo>
                    <a:pt x="189652" y="128917"/>
                    <a:pt x="189652" y="128917"/>
                    <a:pt x="140550" y="128917"/>
                  </a:cubicBezTo>
                  <a:cubicBezTo>
                    <a:pt x="140550" y="128917"/>
                    <a:pt x="140550" y="128917"/>
                    <a:pt x="140550" y="229223"/>
                  </a:cubicBezTo>
                  <a:cubicBezTo>
                    <a:pt x="140550" y="229223"/>
                    <a:pt x="140550" y="229223"/>
                    <a:pt x="109538" y="229223"/>
                  </a:cubicBezTo>
                  <a:cubicBezTo>
                    <a:pt x="109538" y="229223"/>
                    <a:pt x="109538" y="229223"/>
                    <a:pt x="109538" y="128917"/>
                  </a:cubicBezTo>
                  <a:cubicBezTo>
                    <a:pt x="109538" y="128917"/>
                    <a:pt x="109538" y="128917"/>
                    <a:pt x="60436" y="128917"/>
                  </a:cubicBezTo>
                  <a:cubicBezTo>
                    <a:pt x="60436" y="128917"/>
                    <a:pt x="60436" y="128917"/>
                    <a:pt x="60436" y="229223"/>
                  </a:cubicBezTo>
                  <a:cubicBezTo>
                    <a:pt x="60436" y="229223"/>
                    <a:pt x="60436" y="229223"/>
                    <a:pt x="30717" y="229223"/>
                  </a:cubicBezTo>
                  <a:cubicBezTo>
                    <a:pt x="30717" y="229223"/>
                    <a:pt x="30717" y="229223"/>
                    <a:pt x="30717" y="128917"/>
                  </a:cubicBezTo>
                  <a:cubicBezTo>
                    <a:pt x="30717" y="128917"/>
                    <a:pt x="30717" y="128917"/>
                    <a:pt x="15211" y="128917"/>
                  </a:cubicBezTo>
                  <a:cubicBezTo>
                    <a:pt x="8750" y="128917"/>
                    <a:pt x="2290" y="125060"/>
                    <a:pt x="997" y="118630"/>
                  </a:cubicBezTo>
                  <a:cubicBezTo>
                    <a:pt x="-1587" y="112200"/>
                    <a:pt x="997" y="105770"/>
                    <a:pt x="7458" y="101912"/>
                  </a:cubicBezTo>
                  <a:cubicBezTo>
                    <a:pt x="7458" y="101912"/>
                    <a:pt x="7458" y="101912"/>
                    <a:pt x="157348" y="2893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42" name="千图PPT彼岸天：ID 8661124库_组合 5">
            <a:extLst>
              <a:ext uri="{FF2B5EF4-FFF2-40B4-BE49-F238E27FC236}">
                <a16:creationId xmlns:a16="http://schemas.microsoft.com/office/drawing/2014/main" xmlns="" id="{907B17B7-AC04-472F-8EAA-6EBC6ED393C1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8646776" y="1736812"/>
            <a:ext cx="2749722" cy="3463424"/>
            <a:chOff x="8170814" y="1912116"/>
            <a:chExt cx="2749722" cy="3463424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xmlns="" id="{062518F3-6474-46F9-B7AD-E203A431FFB5}"/>
                </a:ext>
              </a:extLst>
            </p:cNvPr>
            <p:cNvGrpSpPr/>
            <p:nvPr/>
          </p:nvGrpSpPr>
          <p:grpSpPr>
            <a:xfrm>
              <a:off x="8170814" y="1912116"/>
              <a:ext cx="2611177" cy="3463424"/>
              <a:chOff x="1193500" y="1491637"/>
              <a:chExt cx="3761195" cy="3463424"/>
            </a:xfrm>
          </p:grpSpPr>
          <p:grpSp>
            <p:nvGrpSpPr>
              <p:cNvPr id="46" name="组合 45">
                <a:extLst>
                  <a:ext uri="{FF2B5EF4-FFF2-40B4-BE49-F238E27FC236}">
                    <a16:creationId xmlns:a16="http://schemas.microsoft.com/office/drawing/2014/main" xmlns="" id="{449EA5C0-23B5-4B9D-8AC4-35E9685E8627}"/>
                  </a:ext>
                </a:extLst>
              </p:cNvPr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53" name="文本框 127">
                  <a:extLst>
                    <a:ext uri="{FF2B5EF4-FFF2-40B4-BE49-F238E27FC236}">
                      <a16:creationId xmlns:a16="http://schemas.microsoft.com/office/drawing/2014/main" xmlns="" id="{84BE4113-B37F-4676-9741-180BCF63551E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/>
                    <a:t>请替换文字内容复制你的内容到此</a:t>
                  </a:r>
                  <a:br>
                    <a:rPr lang="zh-CN" altLang="en-US" sz="1000"/>
                  </a:br>
                  <a:endParaRPr lang="zh-CN" altLang="en-US" sz="1000"/>
                </a:p>
              </p:txBody>
            </p:sp>
            <p:sp>
              <p:nvSpPr>
                <p:cNvPr id="54" name="矩形 53">
                  <a:extLst>
                    <a:ext uri="{FF2B5EF4-FFF2-40B4-BE49-F238E27FC236}">
                      <a16:creationId xmlns:a16="http://schemas.microsoft.com/office/drawing/2014/main" xmlns="" id="{DBCFDBC1-20C9-4597-854E-C0DC17224DFC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pPr algn="r"/>
                  <a:r>
                    <a:rPr lang="zh-CN" altLang="en-US" sz="1600" b="1">
                      <a:solidFill>
                        <a:schemeClr val="accent1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xmlns="" id="{47C8F072-8A76-4BE9-A213-75049FDB1C67}"/>
                  </a:ext>
                </a:extLst>
              </p:cNvPr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51" name="文本框 125">
                  <a:extLst>
                    <a:ext uri="{FF2B5EF4-FFF2-40B4-BE49-F238E27FC236}">
                      <a16:creationId xmlns:a16="http://schemas.microsoft.com/office/drawing/2014/main" xmlns="" id="{FE644CC0-42FB-490F-BCE1-A88084EC6CB2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/>
                    <a:t>请替换文字内容复制你的内容到此</a:t>
                  </a:r>
                  <a:br>
                    <a:rPr lang="zh-CN" altLang="en-US" sz="1000"/>
                  </a:br>
                  <a:endParaRPr lang="zh-CN" altLang="en-US" sz="1000"/>
                </a:p>
              </p:txBody>
            </p:sp>
            <p:sp>
              <p:nvSpPr>
                <p:cNvPr id="52" name="矩形 51">
                  <a:extLst>
                    <a:ext uri="{FF2B5EF4-FFF2-40B4-BE49-F238E27FC236}">
                      <a16:creationId xmlns:a16="http://schemas.microsoft.com/office/drawing/2014/main" xmlns="" id="{B5F0316C-6AEB-4AA4-AE99-B9515041CDB6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pPr algn="r"/>
                  <a:r>
                    <a:rPr lang="zh-CN" altLang="en-US" sz="1600" b="1">
                      <a:solidFill>
                        <a:schemeClr val="accent2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xmlns="" id="{9504107A-2DD3-4173-BBD6-845A54455909}"/>
                  </a:ext>
                </a:extLst>
              </p:cNvPr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49" name="文本框 123">
                  <a:extLst>
                    <a:ext uri="{FF2B5EF4-FFF2-40B4-BE49-F238E27FC236}">
                      <a16:creationId xmlns:a16="http://schemas.microsoft.com/office/drawing/2014/main" xmlns="" id="{1D569BF4-E5BA-49ED-B0B3-C8000CC205BD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/>
                    <a:t>请替换文字内容复制你的内容到此</a:t>
                  </a:r>
                  <a:br>
                    <a:rPr lang="zh-CN" altLang="en-US" sz="1000"/>
                  </a:br>
                  <a:endParaRPr lang="zh-CN" altLang="en-US" sz="1000"/>
                </a:p>
              </p:txBody>
            </p:sp>
            <p:sp>
              <p:nvSpPr>
                <p:cNvPr id="50" name="矩形 49">
                  <a:extLst>
                    <a:ext uri="{FF2B5EF4-FFF2-40B4-BE49-F238E27FC236}">
                      <a16:creationId xmlns:a16="http://schemas.microsoft.com/office/drawing/2014/main" xmlns="" id="{7322F7F5-2EC5-41BB-86AD-2282ADE9486E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pPr algn="r"/>
                  <a:r>
                    <a:rPr lang="zh-CN" altLang="en-US" sz="1600" b="1">
                      <a:solidFill>
                        <a:schemeClr val="accent5"/>
                      </a:solidFill>
                    </a:rPr>
                    <a:t>输入标题文本</a:t>
                  </a:r>
                </a:p>
              </p:txBody>
            </p:sp>
          </p:grpSp>
        </p:grp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xmlns="" id="{C98F844F-272A-4A15-AD27-2F740E40A74C}"/>
                </a:ext>
              </a:extLst>
            </p:cNvPr>
            <p:cNvCxnSpPr/>
            <p:nvPr/>
          </p:nvCxnSpPr>
          <p:spPr>
            <a:xfrm>
              <a:off x="8472264" y="2924944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xmlns="" id="{6671F51E-4FEF-49A0-B592-3FC633DDF31B}"/>
                </a:ext>
              </a:extLst>
            </p:cNvPr>
            <p:cNvCxnSpPr/>
            <p:nvPr/>
          </p:nvCxnSpPr>
          <p:spPr>
            <a:xfrm>
              <a:off x="8472264" y="4263691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千图PPT彼岸天：ID 8661124库_组合 6">
            <a:extLst>
              <a:ext uri="{FF2B5EF4-FFF2-40B4-BE49-F238E27FC236}">
                <a16:creationId xmlns:a16="http://schemas.microsoft.com/office/drawing/2014/main" xmlns="" id="{B7C8BD8E-E519-49AC-BE89-DD1809FDF912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819569" y="1736812"/>
            <a:ext cx="2713719" cy="3463424"/>
            <a:chOff x="1307468" y="1697288"/>
            <a:chExt cx="2713719" cy="3463424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xmlns="" id="{4A68666D-9793-4521-ACFF-984BA485159B}"/>
                </a:ext>
              </a:extLst>
            </p:cNvPr>
            <p:cNvGrpSpPr/>
            <p:nvPr/>
          </p:nvGrpSpPr>
          <p:grpSpPr>
            <a:xfrm>
              <a:off x="1410010" y="1697288"/>
              <a:ext cx="2611177" cy="3463424"/>
              <a:chOff x="1193500" y="1491637"/>
              <a:chExt cx="3761195" cy="3463424"/>
            </a:xfrm>
          </p:grpSpPr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xmlns="" id="{47F75F2B-3B8E-4594-8D49-31EFD3041A5E}"/>
                  </a:ext>
                </a:extLst>
              </p:cNvPr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67" name="文本框 141">
                  <a:extLst>
                    <a:ext uri="{FF2B5EF4-FFF2-40B4-BE49-F238E27FC236}">
                      <a16:creationId xmlns:a16="http://schemas.microsoft.com/office/drawing/2014/main" xmlns="" id="{0B4316FA-098A-4ED4-8E4F-DA4B2F188008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/>
                    <a:t>请替换文字内容复制你的内容到此</a:t>
                  </a:r>
                  <a:br>
                    <a:rPr lang="zh-CN" altLang="en-US" sz="1000"/>
                  </a:br>
                  <a:endParaRPr lang="zh-CN" altLang="en-US" sz="1000"/>
                </a:p>
              </p:txBody>
            </p:sp>
            <p:sp>
              <p:nvSpPr>
                <p:cNvPr id="68" name="矩形 67">
                  <a:extLst>
                    <a:ext uri="{FF2B5EF4-FFF2-40B4-BE49-F238E27FC236}">
                      <a16:creationId xmlns:a16="http://schemas.microsoft.com/office/drawing/2014/main" xmlns="" id="{5AF52ECC-AB09-428A-93EA-D3ABA9F9DA15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>
                      <a:solidFill>
                        <a:schemeClr val="accent1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61" name="组合 60">
                <a:extLst>
                  <a:ext uri="{FF2B5EF4-FFF2-40B4-BE49-F238E27FC236}">
                    <a16:creationId xmlns:a16="http://schemas.microsoft.com/office/drawing/2014/main" xmlns="" id="{ADB3D6A3-C670-4B76-B37E-A7A5E50EC869}"/>
                  </a:ext>
                </a:extLst>
              </p:cNvPr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65" name="文本框 139">
                  <a:extLst>
                    <a:ext uri="{FF2B5EF4-FFF2-40B4-BE49-F238E27FC236}">
                      <a16:creationId xmlns:a16="http://schemas.microsoft.com/office/drawing/2014/main" xmlns="" id="{4B6C0808-0409-4137-B537-13ADE3A5C684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/>
                    <a:t>请替换文字内容复制你的内容到此</a:t>
                  </a:r>
                  <a:br>
                    <a:rPr lang="zh-CN" altLang="en-US" sz="1000"/>
                  </a:br>
                  <a:endParaRPr lang="zh-CN" altLang="en-US" sz="1000"/>
                </a:p>
              </p:txBody>
            </p:sp>
            <p:sp>
              <p:nvSpPr>
                <p:cNvPr id="66" name="矩形 65">
                  <a:extLst>
                    <a:ext uri="{FF2B5EF4-FFF2-40B4-BE49-F238E27FC236}">
                      <a16:creationId xmlns:a16="http://schemas.microsoft.com/office/drawing/2014/main" xmlns="" id="{93B3F96C-D661-4A7A-A9EB-362444505581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>
                      <a:solidFill>
                        <a:schemeClr val="accent2"/>
                      </a:solidFill>
                    </a:rPr>
                    <a:t>输入标题文本</a:t>
                  </a:r>
                </a:p>
              </p:txBody>
            </p:sp>
          </p:grp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xmlns="" id="{E2D21E58-B7C3-4C1C-8645-858F0D93AC09}"/>
                  </a:ext>
                </a:extLst>
              </p:cNvPr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63" name="文本框 137">
                  <a:extLst>
                    <a:ext uri="{FF2B5EF4-FFF2-40B4-BE49-F238E27FC236}">
                      <a16:creationId xmlns:a16="http://schemas.microsoft.com/office/drawing/2014/main" xmlns="" id="{95D3E28A-C4CB-457B-A2D9-ED7A58C5D1B9}"/>
                    </a:ext>
                  </a:extLst>
                </p:cNvPr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/>
                    <a:t>请替换文字内容复制你的内容到此</a:t>
                  </a:r>
                  <a:br>
                    <a:rPr lang="zh-CN" altLang="en-US" sz="1000"/>
                  </a:br>
                  <a:endParaRPr lang="zh-CN" altLang="en-US" sz="1000"/>
                </a:p>
              </p:txBody>
            </p:sp>
            <p:sp>
              <p:nvSpPr>
                <p:cNvPr id="64" name="矩形 63">
                  <a:extLst>
                    <a:ext uri="{FF2B5EF4-FFF2-40B4-BE49-F238E27FC236}">
                      <a16:creationId xmlns:a16="http://schemas.microsoft.com/office/drawing/2014/main" xmlns="" id="{C401ADE3-D944-45C4-9299-76156C388D0B}"/>
                    </a:ext>
                  </a:extLst>
                </p:cNvPr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/>
                </a:bodyPr>
                <a:lstStyle/>
                <a:p>
                  <a:r>
                    <a:rPr lang="zh-CN" altLang="en-US" sz="1600" b="1">
                      <a:solidFill>
                        <a:schemeClr val="accent5"/>
                      </a:solidFill>
                    </a:rPr>
                    <a:t>输入标题文本</a:t>
                  </a:r>
                </a:p>
              </p:txBody>
            </p:sp>
          </p:grp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xmlns="" id="{B359BF70-B599-4BDB-B75E-40B1470EC35A}"/>
                </a:ext>
              </a:extLst>
            </p:cNvPr>
            <p:cNvGrpSpPr/>
            <p:nvPr/>
          </p:nvGrpSpPr>
          <p:grpSpPr>
            <a:xfrm>
              <a:off x="1307468" y="2710116"/>
              <a:ext cx="2448272" cy="1338747"/>
              <a:chOff x="1307468" y="2924944"/>
              <a:chExt cx="2448272" cy="1338747"/>
            </a:xfrm>
          </p:grpSpPr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xmlns="" id="{71F08AF1-1F4E-4C66-B419-4FD556CF54A6}"/>
                  </a:ext>
                </a:extLst>
              </p:cNvPr>
              <p:cNvCxnSpPr/>
              <p:nvPr/>
            </p:nvCxnSpPr>
            <p:spPr>
              <a:xfrm>
                <a:off x="1307468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xmlns="" id="{5065F58D-40E6-4167-A827-36B09500F401}"/>
                  </a:ext>
                </a:extLst>
              </p:cNvPr>
              <p:cNvCxnSpPr/>
              <p:nvPr/>
            </p:nvCxnSpPr>
            <p:spPr>
              <a:xfrm>
                <a:off x="1307468" y="4263691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7792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</p:cTn>
                        </p:par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49" presetClass="entr" presetSubtype="0" decel="100000" fill="hold" nodeType="afterEffect"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transform.rotation_z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9" presetClass="entr" presetSubtype="0" decel="100000" fill="hold" nodeType="afterEffect"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transform.rotation_z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0" fill="hold" nodeType="afterEffect"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53" presetClass="entr" presetSubtype="0" fill="hold" nodeType="afterEffect"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zh-CN" altLang="en-US"/>
              <a:t>应用规模</a:t>
            </a:r>
          </a:p>
        </p:txBody>
      </p:sp>
      <p:grpSp>
        <p:nvGrpSpPr>
          <p:cNvPr id="20" name="千图PPT彼岸天：ID 8661124库_组合 42">
            <a:extLst>
              <a:ext uri="{FF2B5EF4-FFF2-40B4-BE49-F238E27FC236}">
                <a16:creationId xmlns:a16="http://schemas.microsoft.com/office/drawing/2014/main" xmlns="" id="{6ECAE1BD-21FC-4633-92B7-07D00A1C834B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8400133" y="1697095"/>
            <a:ext cx="3143401" cy="845770"/>
            <a:chOff x="8400133" y="1697095"/>
            <a:chExt cx="3143401" cy="845770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2CFE830C-56AF-4D26-BB99-D4807DF5DC40}"/>
                </a:ext>
              </a:extLst>
            </p:cNvPr>
            <p:cNvSpPr/>
            <p:nvPr/>
          </p:nvSpPr>
          <p:spPr>
            <a:xfrm>
              <a:off x="8400133" y="2007334"/>
              <a:ext cx="3143401" cy="535531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>
                <a:lnSpc>
                  <a:spcPct val="120000"/>
                </a:lnSpc>
                <a:buClr>
                  <a:srgbClr val="E24848"/>
                </a:buClr>
              </a:pPr>
              <a:r>
                <a:rPr lang="zh-CN" altLang="en-US" sz="1200" noProof="1"/>
                <a:t>请替换文字内容复制你的内容到此</a:t>
              </a:r>
              <a:br>
                <a:rPr lang="zh-CN" altLang="en-US" sz="1200" noProof="1"/>
              </a:br>
              <a:endParaRPr lang="zh-CN" altLang="en-US" sz="1200" noProof="1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xmlns="" id="{233C58D9-8EE3-4DFC-8E98-DBB33C93ACDE}"/>
                </a:ext>
              </a:extLst>
            </p:cNvPr>
            <p:cNvSpPr/>
            <p:nvPr/>
          </p:nvSpPr>
          <p:spPr>
            <a:xfrm>
              <a:off x="8400133" y="1697095"/>
              <a:ext cx="1261884" cy="307777"/>
            </a:xfrm>
            <a:prstGeom prst="rect">
              <a:avLst/>
            </a:prstGeom>
          </p:spPr>
          <p:txBody>
            <a:bodyPr wrap="none">
              <a:normAutofit fontScale="92500" lnSpcReduction="20000"/>
            </a:bodyPr>
            <a:lstStyle/>
            <a:p>
              <a:pPr>
                <a:lnSpc>
                  <a:spcPct val="110000"/>
                </a:lnSpc>
                <a:buClr>
                  <a:srgbClr val="E24848"/>
                </a:buClr>
              </a:pPr>
              <a:r>
                <a:rPr lang="zh-CN" altLang="en-US" sz="1600" b="1" noProof="1">
                  <a:solidFill>
                    <a:schemeClr val="accent4">
                      <a:lumMod val="100000"/>
                    </a:schemeClr>
                  </a:solidFill>
                </a:rPr>
                <a:t>输入标题文本</a:t>
              </a:r>
            </a:p>
          </p:txBody>
        </p:sp>
      </p:grpSp>
      <p:grpSp>
        <p:nvGrpSpPr>
          <p:cNvPr id="23" name="千图PPT彼岸天：ID 8661124库_组合 41">
            <a:extLst>
              <a:ext uri="{FF2B5EF4-FFF2-40B4-BE49-F238E27FC236}">
                <a16:creationId xmlns:a16="http://schemas.microsoft.com/office/drawing/2014/main" xmlns="" id="{21F3B2C6-4485-45F8-9571-436221DABE87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8400132" y="3058311"/>
            <a:ext cx="3143402" cy="845770"/>
            <a:chOff x="8400132" y="3058311"/>
            <a:chExt cx="3143402" cy="845770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xmlns="" id="{5B9F1CCA-C24B-4926-8F0D-0E95DD5A86D3}"/>
                </a:ext>
              </a:extLst>
            </p:cNvPr>
            <p:cNvSpPr/>
            <p:nvPr/>
          </p:nvSpPr>
          <p:spPr>
            <a:xfrm>
              <a:off x="8400133" y="3368550"/>
              <a:ext cx="3143401" cy="535531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>
                <a:lnSpc>
                  <a:spcPct val="120000"/>
                </a:lnSpc>
                <a:buClr>
                  <a:srgbClr val="E24848"/>
                </a:buClr>
              </a:pPr>
              <a:r>
                <a:rPr lang="zh-CN" altLang="en-US" sz="1200" noProof="1"/>
                <a:t>请替换文字内容复制你的内容到此</a:t>
              </a:r>
              <a:br>
                <a:rPr lang="zh-CN" altLang="en-US" sz="1200" noProof="1"/>
              </a:br>
              <a:endParaRPr lang="zh-CN" altLang="en-US" sz="1200" noProof="1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xmlns="" id="{39DC71B3-E6C4-41D2-833B-65A616A6C7E0}"/>
                </a:ext>
              </a:extLst>
            </p:cNvPr>
            <p:cNvSpPr/>
            <p:nvPr/>
          </p:nvSpPr>
          <p:spPr>
            <a:xfrm>
              <a:off x="8400132" y="3058311"/>
              <a:ext cx="1261884" cy="307777"/>
            </a:xfrm>
            <a:prstGeom prst="rect">
              <a:avLst/>
            </a:prstGeom>
          </p:spPr>
          <p:txBody>
            <a:bodyPr wrap="none">
              <a:normAutofit fontScale="92500" lnSpcReduction="20000"/>
            </a:bodyPr>
            <a:lstStyle/>
            <a:p>
              <a:pPr>
                <a:lnSpc>
                  <a:spcPct val="110000"/>
                </a:lnSpc>
                <a:buClr>
                  <a:srgbClr val="E24848"/>
                </a:buClr>
              </a:pPr>
              <a:r>
                <a:rPr lang="zh-CN" altLang="en-US" sz="1600" b="1" noProof="1">
                  <a:solidFill>
                    <a:schemeClr val="accent5">
                      <a:lumMod val="100000"/>
                    </a:schemeClr>
                  </a:solidFill>
                </a:rPr>
                <a:t>输入标题文本</a:t>
              </a:r>
            </a:p>
          </p:txBody>
        </p:sp>
      </p:grpSp>
      <p:grpSp>
        <p:nvGrpSpPr>
          <p:cNvPr id="26" name="千图PPT彼岸天：ID 8661124库_组合 40">
            <a:extLst>
              <a:ext uri="{FF2B5EF4-FFF2-40B4-BE49-F238E27FC236}">
                <a16:creationId xmlns:a16="http://schemas.microsoft.com/office/drawing/2014/main" xmlns="" id="{CE010665-50BC-4CE0-8973-EE0D12FF360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8400133" y="4419529"/>
            <a:ext cx="3143401" cy="845770"/>
            <a:chOff x="8400133" y="4419529"/>
            <a:chExt cx="3143401" cy="845770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xmlns="" id="{C5A6D649-F5EB-4796-A16B-E8A0CBDF0EFB}"/>
                </a:ext>
              </a:extLst>
            </p:cNvPr>
            <p:cNvSpPr/>
            <p:nvPr/>
          </p:nvSpPr>
          <p:spPr>
            <a:xfrm>
              <a:off x="8400133" y="4729768"/>
              <a:ext cx="3143401" cy="535531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>
                <a:lnSpc>
                  <a:spcPct val="120000"/>
                </a:lnSpc>
                <a:buClr>
                  <a:srgbClr val="E24848"/>
                </a:buClr>
              </a:pPr>
              <a:r>
                <a:rPr lang="zh-CN" altLang="en-US" sz="1200" noProof="1"/>
                <a:t>请替换文字内容复制你的内容到此</a:t>
              </a:r>
              <a:br>
                <a:rPr lang="zh-CN" altLang="en-US" sz="1200" noProof="1"/>
              </a:br>
              <a:endParaRPr lang="zh-CN" altLang="en-US" sz="1200" noProof="1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xmlns="" id="{4310729C-95F8-467F-8ADB-C1793E48303E}"/>
                </a:ext>
              </a:extLst>
            </p:cNvPr>
            <p:cNvSpPr/>
            <p:nvPr/>
          </p:nvSpPr>
          <p:spPr>
            <a:xfrm>
              <a:off x="8400133" y="4419529"/>
              <a:ext cx="1261884" cy="307777"/>
            </a:xfrm>
            <a:prstGeom prst="rect">
              <a:avLst/>
            </a:prstGeom>
          </p:spPr>
          <p:txBody>
            <a:bodyPr wrap="none">
              <a:normAutofit fontScale="92500" lnSpcReduction="20000"/>
            </a:bodyPr>
            <a:lstStyle/>
            <a:p>
              <a:pPr>
                <a:lnSpc>
                  <a:spcPct val="110000"/>
                </a:lnSpc>
                <a:buClr>
                  <a:srgbClr val="E24848"/>
                </a:buClr>
              </a:pPr>
              <a:r>
                <a:rPr lang="zh-CN" altLang="en-US" sz="1600" b="1" noProof="1">
                  <a:solidFill>
                    <a:schemeClr val="accent6">
                      <a:lumMod val="100000"/>
                    </a:schemeClr>
                  </a:solidFill>
                </a:rPr>
                <a:t>输入标题文本</a:t>
              </a:r>
            </a:p>
          </p:txBody>
        </p:sp>
      </p:grpSp>
      <p:grpSp>
        <p:nvGrpSpPr>
          <p:cNvPr id="29" name="千图PPT彼岸天：ID 8661124库_组合 37">
            <a:extLst>
              <a:ext uri="{FF2B5EF4-FFF2-40B4-BE49-F238E27FC236}">
                <a16:creationId xmlns:a16="http://schemas.microsoft.com/office/drawing/2014/main" xmlns="" id="{1CF714DB-F49A-4ACE-8869-DA9A9CAA9067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648466" y="1697091"/>
            <a:ext cx="3143401" cy="845770"/>
            <a:chOff x="648466" y="1697091"/>
            <a:chExt cx="3143401" cy="845770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xmlns="" id="{10D5BCE5-D768-49A0-B70B-D4896677D8B7}"/>
                </a:ext>
              </a:extLst>
            </p:cNvPr>
            <p:cNvSpPr/>
            <p:nvPr/>
          </p:nvSpPr>
          <p:spPr>
            <a:xfrm>
              <a:off x="648466" y="2007330"/>
              <a:ext cx="3143401" cy="535531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r">
                <a:lnSpc>
                  <a:spcPct val="120000"/>
                </a:lnSpc>
                <a:buClr>
                  <a:srgbClr val="E24848"/>
                </a:buClr>
              </a:pPr>
              <a:r>
                <a:rPr lang="zh-CN" altLang="en-US" sz="1200" noProof="1"/>
                <a:t>请替换文字内容复制你的内容到此</a:t>
              </a:r>
              <a:br>
                <a:rPr lang="zh-CN" altLang="en-US" sz="1200" noProof="1"/>
              </a:br>
              <a:endParaRPr lang="zh-CN" altLang="en-US" sz="1200" noProof="1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xmlns="" id="{6280B2AE-155B-4222-8D24-F64CA26C8174}"/>
                </a:ext>
              </a:extLst>
            </p:cNvPr>
            <p:cNvSpPr/>
            <p:nvPr/>
          </p:nvSpPr>
          <p:spPr>
            <a:xfrm>
              <a:off x="2529983" y="1697091"/>
              <a:ext cx="1261884" cy="307777"/>
            </a:xfrm>
            <a:prstGeom prst="rect">
              <a:avLst/>
            </a:prstGeom>
          </p:spPr>
          <p:txBody>
            <a:bodyPr wrap="none">
              <a:normAutofit fontScale="92500" lnSpcReduction="20000"/>
            </a:bodyPr>
            <a:lstStyle/>
            <a:p>
              <a:pPr algn="r">
                <a:lnSpc>
                  <a:spcPct val="110000"/>
                </a:lnSpc>
                <a:buClr>
                  <a:srgbClr val="E24848"/>
                </a:buClr>
              </a:pPr>
              <a:r>
                <a:rPr lang="zh-CN" altLang="en-US" sz="1600" b="1" noProof="1">
                  <a:solidFill>
                    <a:schemeClr val="accent1">
                      <a:lumMod val="100000"/>
                    </a:schemeClr>
                  </a:solidFill>
                </a:rPr>
                <a:t>输入标题文本</a:t>
              </a:r>
            </a:p>
          </p:txBody>
        </p:sp>
      </p:grpSp>
      <p:grpSp>
        <p:nvGrpSpPr>
          <p:cNvPr id="32" name="千图PPT彼岸天：ID 8661124库_组合 38">
            <a:extLst>
              <a:ext uri="{FF2B5EF4-FFF2-40B4-BE49-F238E27FC236}">
                <a16:creationId xmlns:a16="http://schemas.microsoft.com/office/drawing/2014/main" xmlns="" id="{93F995B4-7CCD-4008-A6E0-FC455B80E2FD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48466" y="3058307"/>
            <a:ext cx="3143401" cy="845770"/>
            <a:chOff x="648466" y="3058307"/>
            <a:chExt cx="3143401" cy="845770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xmlns="" id="{24C33C26-857E-4472-B917-499ED2A27EBA}"/>
                </a:ext>
              </a:extLst>
            </p:cNvPr>
            <p:cNvSpPr/>
            <p:nvPr/>
          </p:nvSpPr>
          <p:spPr>
            <a:xfrm>
              <a:off x="648466" y="3368546"/>
              <a:ext cx="3143401" cy="535531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r">
                <a:lnSpc>
                  <a:spcPct val="120000"/>
                </a:lnSpc>
                <a:buClr>
                  <a:srgbClr val="E24848"/>
                </a:buClr>
              </a:pPr>
              <a:r>
                <a:rPr lang="zh-CN" altLang="en-US" sz="1200" noProof="1"/>
                <a:t>请替换文字内容复制你的内容到此</a:t>
              </a:r>
              <a:br>
                <a:rPr lang="zh-CN" altLang="en-US" sz="1200" noProof="1"/>
              </a:br>
              <a:endParaRPr lang="zh-CN" altLang="en-US" sz="1200" noProof="1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xmlns="" id="{941A1E90-8120-4E44-9AB4-BFBE48EF38EE}"/>
                </a:ext>
              </a:extLst>
            </p:cNvPr>
            <p:cNvSpPr/>
            <p:nvPr/>
          </p:nvSpPr>
          <p:spPr>
            <a:xfrm>
              <a:off x="2529983" y="3058307"/>
              <a:ext cx="1261884" cy="307777"/>
            </a:xfrm>
            <a:prstGeom prst="rect">
              <a:avLst/>
            </a:prstGeom>
          </p:spPr>
          <p:txBody>
            <a:bodyPr wrap="none">
              <a:normAutofit fontScale="92500" lnSpcReduction="20000"/>
            </a:bodyPr>
            <a:lstStyle/>
            <a:p>
              <a:pPr algn="r">
                <a:lnSpc>
                  <a:spcPct val="110000"/>
                </a:lnSpc>
                <a:buClr>
                  <a:srgbClr val="E24848"/>
                </a:buClr>
              </a:pPr>
              <a:r>
                <a:rPr lang="zh-CN" altLang="en-US" sz="1600" b="1" noProof="1">
                  <a:solidFill>
                    <a:schemeClr val="accent2">
                      <a:lumMod val="100000"/>
                    </a:schemeClr>
                  </a:solidFill>
                </a:rPr>
                <a:t>输入标题文本</a:t>
              </a:r>
            </a:p>
          </p:txBody>
        </p:sp>
      </p:grpSp>
      <p:grpSp>
        <p:nvGrpSpPr>
          <p:cNvPr id="35" name="千图PPT彼岸天：ID 8661124库_组合 39">
            <a:extLst>
              <a:ext uri="{FF2B5EF4-FFF2-40B4-BE49-F238E27FC236}">
                <a16:creationId xmlns:a16="http://schemas.microsoft.com/office/drawing/2014/main" xmlns="" id="{167BE94E-9899-4522-BEC3-19038DF3F18D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648466" y="4419525"/>
            <a:ext cx="3143401" cy="845770"/>
            <a:chOff x="648466" y="4419525"/>
            <a:chExt cx="3143401" cy="845770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xmlns="" id="{2BF13BD6-6944-4FF9-8324-17F20ACA588B}"/>
                </a:ext>
              </a:extLst>
            </p:cNvPr>
            <p:cNvSpPr/>
            <p:nvPr/>
          </p:nvSpPr>
          <p:spPr>
            <a:xfrm>
              <a:off x="648466" y="4729764"/>
              <a:ext cx="3143401" cy="535531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r">
                <a:lnSpc>
                  <a:spcPct val="120000"/>
                </a:lnSpc>
                <a:buClr>
                  <a:srgbClr val="E24848"/>
                </a:buClr>
              </a:pPr>
              <a:r>
                <a:rPr lang="zh-CN" altLang="en-US" sz="1200" noProof="1"/>
                <a:t>请替换文字内容复制你的内容到此</a:t>
              </a:r>
              <a:br>
                <a:rPr lang="zh-CN" altLang="en-US" sz="1200" noProof="1"/>
              </a:br>
              <a:endParaRPr lang="zh-CN" altLang="en-US" sz="1200" noProof="1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xmlns="" id="{0D7D8D2E-C279-40BF-80B4-AA04F920623B}"/>
                </a:ext>
              </a:extLst>
            </p:cNvPr>
            <p:cNvSpPr/>
            <p:nvPr/>
          </p:nvSpPr>
          <p:spPr>
            <a:xfrm>
              <a:off x="2529983" y="4419525"/>
              <a:ext cx="1261884" cy="307777"/>
            </a:xfrm>
            <a:prstGeom prst="rect">
              <a:avLst/>
            </a:prstGeom>
          </p:spPr>
          <p:txBody>
            <a:bodyPr wrap="none">
              <a:normAutofit fontScale="92500" lnSpcReduction="20000"/>
            </a:bodyPr>
            <a:lstStyle/>
            <a:p>
              <a:pPr algn="r">
                <a:lnSpc>
                  <a:spcPct val="110000"/>
                </a:lnSpc>
                <a:buClr>
                  <a:srgbClr val="E24848"/>
                </a:buClr>
              </a:pPr>
              <a:r>
                <a:rPr lang="zh-CN" altLang="en-US" sz="1600" b="1" noProof="1">
                  <a:solidFill>
                    <a:schemeClr val="accent3">
                      <a:lumMod val="100000"/>
                    </a:schemeClr>
                  </a:solidFill>
                </a:rPr>
                <a:t>输入标题文本</a:t>
              </a:r>
            </a:p>
          </p:txBody>
        </p:sp>
      </p:grpSp>
      <p:grpSp>
        <p:nvGrpSpPr>
          <p:cNvPr id="38" name="千图PPT彼岸天：ID 8661124库_组合 1">
            <a:extLst>
              <a:ext uri="{FF2B5EF4-FFF2-40B4-BE49-F238E27FC236}">
                <a16:creationId xmlns:a16="http://schemas.microsoft.com/office/drawing/2014/main" xmlns="" id="{6C3FA2C7-5059-4E9B-8BAE-7829E0628BB1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3831102" y="1831812"/>
            <a:ext cx="4546303" cy="3541704"/>
            <a:chOff x="3831102" y="1831812"/>
            <a:chExt cx="4546303" cy="3541704"/>
          </a:xfrm>
        </p:grpSpPr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xmlns="" id="{70DB5646-5AE7-4FD6-8133-C6CADFBDD8AA}"/>
                </a:ext>
              </a:extLst>
            </p:cNvPr>
            <p:cNvSpPr/>
            <p:nvPr/>
          </p:nvSpPr>
          <p:spPr>
            <a:xfrm rot="16200000" flipH="1">
              <a:off x="4831350" y="1868750"/>
              <a:ext cx="3539962" cy="3469570"/>
            </a:xfrm>
            <a:custGeom>
              <a:avLst/>
              <a:gdLst>
                <a:gd name="connsiteX0" fmla="*/ 0 w 3539962"/>
                <a:gd name="connsiteY0" fmla="*/ 2597215 h 2597215"/>
                <a:gd name="connsiteX1" fmla="*/ 1769981 w 3539962"/>
                <a:gd name="connsiteY1" fmla="*/ 0 h 2597215"/>
                <a:gd name="connsiteX2" fmla="*/ 3539962 w 3539962"/>
                <a:gd name="connsiteY2" fmla="*/ 2597215 h 2597215"/>
                <a:gd name="connsiteX3" fmla="*/ 0 w 3539962"/>
                <a:gd name="connsiteY3" fmla="*/ 2597215 h 2597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962" h="2597215">
                  <a:moveTo>
                    <a:pt x="0" y="2597215"/>
                  </a:moveTo>
                  <a:lnTo>
                    <a:pt x="1769981" y="0"/>
                  </a:lnTo>
                  <a:lnTo>
                    <a:pt x="3539962" y="2597215"/>
                  </a:lnTo>
                  <a:lnTo>
                    <a:pt x="0" y="2597215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xmlns="" id="{A5A2403F-D604-4EA2-943F-6FD6AD3CDA62}"/>
                </a:ext>
              </a:extLst>
            </p:cNvPr>
            <p:cNvSpPr/>
            <p:nvPr/>
          </p:nvSpPr>
          <p:spPr>
            <a:xfrm rot="5400000">
              <a:off x="3963373" y="1745741"/>
              <a:ext cx="3539962" cy="3715588"/>
            </a:xfrm>
            <a:custGeom>
              <a:avLst/>
              <a:gdLst>
                <a:gd name="connsiteX0" fmla="*/ 0 w 3539962"/>
                <a:gd name="connsiteY0" fmla="*/ 2568186 h 2568186"/>
                <a:gd name="connsiteX1" fmla="*/ 1769984 w 3539962"/>
                <a:gd name="connsiteY1" fmla="*/ 0 h 2568186"/>
                <a:gd name="connsiteX2" fmla="*/ 3539962 w 3539962"/>
                <a:gd name="connsiteY2" fmla="*/ 2568186 h 2568186"/>
                <a:gd name="connsiteX3" fmla="*/ 0 w 3539962"/>
                <a:gd name="connsiteY3" fmla="*/ 2568186 h 256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962" h="2568186">
                  <a:moveTo>
                    <a:pt x="0" y="2568186"/>
                  </a:moveTo>
                  <a:lnTo>
                    <a:pt x="1769984" y="0"/>
                  </a:lnTo>
                  <a:lnTo>
                    <a:pt x="3539962" y="2568186"/>
                  </a:lnTo>
                  <a:lnTo>
                    <a:pt x="0" y="2568186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xmlns="" id="{4BC23113-DFB0-411D-A5C3-5C2CB2E4BC29}"/>
                </a:ext>
              </a:extLst>
            </p:cNvPr>
            <p:cNvGrpSpPr/>
            <p:nvPr/>
          </p:nvGrpSpPr>
          <p:grpSpPr>
            <a:xfrm rot="10800000" flipH="1" flipV="1">
              <a:off x="3831102" y="1831812"/>
              <a:ext cx="184355" cy="213188"/>
              <a:chOff x="4873960" y="2329812"/>
              <a:chExt cx="256898" cy="297081"/>
            </a:xfrm>
            <a:solidFill>
              <a:schemeClr val="accent2"/>
            </a:solidFill>
          </p:grpSpPr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xmlns="" id="{E1342E12-EE2C-43CC-9EF3-CB3D4DBA35D6}"/>
                  </a:ext>
                </a:extLst>
              </p:cNvPr>
              <p:cNvSpPr/>
              <p:nvPr/>
            </p:nvSpPr>
            <p:spPr>
              <a:xfrm rot="13514935">
                <a:off x="4966269" y="2462305"/>
                <a:ext cx="72279" cy="256898"/>
              </a:xfrm>
              <a:custGeom>
                <a:avLst/>
                <a:gdLst>
                  <a:gd name="connsiteX0" fmla="*/ 125628 w 125628"/>
                  <a:gd name="connsiteY0" fmla="*/ 446518 h 446518"/>
                  <a:gd name="connsiteX1" fmla="*/ 0 w 125628"/>
                  <a:gd name="connsiteY1" fmla="*/ 446518 h 446518"/>
                  <a:gd name="connsiteX2" fmla="*/ 0 w 125628"/>
                  <a:gd name="connsiteY2" fmla="*/ 0 h 446518"/>
                  <a:gd name="connsiteX3" fmla="*/ 125628 w 125628"/>
                  <a:gd name="connsiteY3" fmla="*/ 124541 h 446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28" h="446518">
                    <a:moveTo>
                      <a:pt x="125628" y="446518"/>
                    </a:moveTo>
                    <a:lnTo>
                      <a:pt x="0" y="446518"/>
                    </a:lnTo>
                    <a:lnTo>
                      <a:pt x="0" y="0"/>
                    </a:lnTo>
                    <a:lnTo>
                      <a:pt x="125628" y="124541"/>
                    </a:ln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xmlns="" id="{2839620C-F0AC-4C34-AFC8-61FE22DC6016}"/>
                  </a:ext>
                </a:extLst>
              </p:cNvPr>
              <p:cNvSpPr/>
              <p:nvPr/>
            </p:nvSpPr>
            <p:spPr>
              <a:xfrm rot="18903744">
                <a:off x="4966494" y="2329812"/>
                <a:ext cx="72278" cy="259243"/>
              </a:xfrm>
              <a:custGeom>
                <a:avLst/>
                <a:gdLst>
                  <a:gd name="connsiteX0" fmla="*/ 125628 w 125628"/>
                  <a:gd name="connsiteY0" fmla="*/ 0 h 450590"/>
                  <a:gd name="connsiteX1" fmla="*/ 125628 w 125628"/>
                  <a:gd name="connsiteY1" fmla="*/ 450590 h 450590"/>
                  <a:gd name="connsiteX2" fmla="*/ 0 w 125628"/>
                  <a:gd name="connsiteY2" fmla="*/ 450590 h 450590"/>
                  <a:gd name="connsiteX3" fmla="*/ 0 w 125628"/>
                  <a:gd name="connsiteY3" fmla="*/ 125902 h 450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28" h="450590">
                    <a:moveTo>
                      <a:pt x="125628" y="0"/>
                    </a:moveTo>
                    <a:lnTo>
                      <a:pt x="125628" y="450590"/>
                    </a:lnTo>
                    <a:lnTo>
                      <a:pt x="0" y="450590"/>
                    </a:lnTo>
                    <a:lnTo>
                      <a:pt x="0" y="125902"/>
                    </a:ln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xmlns="" id="{1EB5A989-D790-43DE-AA01-17C15CB2016C}"/>
                </a:ext>
              </a:extLst>
            </p:cNvPr>
            <p:cNvGrpSpPr/>
            <p:nvPr/>
          </p:nvGrpSpPr>
          <p:grpSpPr>
            <a:xfrm rot="10800000" flipH="1" flipV="1">
              <a:off x="3831102" y="3150259"/>
              <a:ext cx="184355" cy="213188"/>
              <a:chOff x="4873960" y="2329812"/>
              <a:chExt cx="256898" cy="297081"/>
            </a:xfrm>
            <a:solidFill>
              <a:schemeClr val="accent2"/>
            </a:solidFill>
          </p:grpSpPr>
          <p:sp>
            <p:nvSpPr>
              <p:cNvPr id="57" name="任意多边形: 形状 56">
                <a:extLst>
                  <a:ext uri="{FF2B5EF4-FFF2-40B4-BE49-F238E27FC236}">
                    <a16:creationId xmlns:a16="http://schemas.microsoft.com/office/drawing/2014/main" xmlns="" id="{E1B0898B-9E94-45E0-B758-DA8D79409B80}"/>
                  </a:ext>
                </a:extLst>
              </p:cNvPr>
              <p:cNvSpPr/>
              <p:nvPr/>
            </p:nvSpPr>
            <p:spPr>
              <a:xfrm rot="13514935">
                <a:off x="4966269" y="2462305"/>
                <a:ext cx="72279" cy="256898"/>
              </a:xfrm>
              <a:custGeom>
                <a:avLst/>
                <a:gdLst>
                  <a:gd name="connsiteX0" fmla="*/ 125628 w 125628"/>
                  <a:gd name="connsiteY0" fmla="*/ 446518 h 446518"/>
                  <a:gd name="connsiteX1" fmla="*/ 0 w 125628"/>
                  <a:gd name="connsiteY1" fmla="*/ 446518 h 446518"/>
                  <a:gd name="connsiteX2" fmla="*/ 0 w 125628"/>
                  <a:gd name="connsiteY2" fmla="*/ 0 h 446518"/>
                  <a:gd name="connsiteX3" fmla="*/ 125628 w 125628"/>
                  <a:gd name="connsiteY3" fmla="*/ 124541 h 446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28" h="446518">
                    <a:moveTo>
                      <a:pt x="125628" y="446518"/>
                    </a:moveTo>
                    <a:lnTo>
                      <a:pt x="0" y="446518"/>
                    </a:lnTo>
                    <a:lnTo>
                      <a:pt x="0" y="0"/>
                    </a:lnTo>
                    <a:lnTo>
                      <a:pt x="125628" y="124541"/>
                    </a:lnTo>
                    <a:close/>
                  </a:path>
                </a:pathLst>
              </a:custGeom>
              <a:solidFill>
                <a:schemeClr val="accent2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8" name="任意多边形: 形状 57">
                <a:extLst>
                  <a:ext uri="{FF2B5EF4-FFF2-40B4-BE49-F238E27FC236}">
                    <a16:creationId xmlns:a16="http://schemas.microsoft.com/office/drawing/2014/main" xmlns="" id="{95A583A2-FA64-4135-8845-D080BB3CBDA8}"/>
                  </a:ext>
                </a:extLst>
              </p:cNvPr>
              <p:cNvSpPr/>
              <p:nvPr/>
            </p:nvSpPr>
            <p:spPr>
              <a:xfrm rot="18903744">
                <a:off x="4966494" y="2329812"/>
                <a:ext cx="72278" cy="259243"/>
              </a:xfrm>
              <a:custGeom>
                <a:avLst/>
                <a:gdLst>
                  <a:gd name="connsiteX0" fmla="*/ 125628 w 125628"/>
                  <a:gd name="connsiteY0" fmla="*/ 0 h 450590"/>
                  <a:gd name="connsiteX1" fmla="*/ 125628 w 125628"/>
                  <a:gd name="connsiteY1" fmla="*/ 450590 h 450590"/>
                  <a:gd name="connsiteX2" fmla="*/ 0 w 125628"/>
                  <a:gd name="connsiteY2" fmla="*/ 450590 h 450590"/>
                  <a:gd name="connsiteX3" fmla="*/ 0 w 125628"/>
                  <a:gd name="connsiteY3" fmla="*/ 125902 h 450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28" h="450590">
                    <a:moveTo>
                      <a:pt x="125628" y="0"/>
                    </a:moveTo>
                    <a:lnTo>
                      <a:pt x="125628" y="450590"/>
                    </a:lnTo>
                    <a:lnTo>
                      <a:pt x="0" y="450590"/>
                    </a:lnTo>
                    <a:lnTo>
                      <a:pt x="0" y="125902"/>
                    </a:lnTo>
                    <a:close/>
                  </a:path>
                </a:pathLst>
              </a:custGeom>
              <a:solidFill>
                <a:schemeClr val="accent2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xmlns="" id="{41EC4E17-2054-4599-8BB3-CAAA6763012B}"/>
                </a:ext>
              </a:extLst>
            </p:cNvPr>
            <p:cNvGrpSpPr/>
            <p:nvPr/>
          </p:nvGrpSpPr>
          <p:grpSpPr>
            <a:xfrm rot="10800000" flipH="1" flipV="1">
              <a:off x="3831102" y="4524113"/>
              <a:ext cx="184355" cy="213188"/>
              <a:chOff x="4873960" y="2329812"/>
              <a:chExt cx="256898" cy="297081"/>
            </a:xfrm>
            <a:solidFill>
              <a:schemeClr val="accent2"/>
            </a:solidFill>
          </p:grpSpPr>
          <p:sp>
            <p:nvSpPr>
              <p:cNvPr id="55" name="任意多边形: 形状 54">
                <a:extLst>
                  <a:ext uri="{FF2B5EF4-FFF2-40B4-BE49-F238E27FC236}">
                    <a16:creationId xmlns:a16="http://schemas.microsoft.com/office/drawing/2014/main" xmlns="" id="{C7ECFDFD-C8CF-4E85-B1AE-98A769118F20}"/>
                  </a:ext>
                </a:extLst>
              </p:cNvPr>
              <p:cNvSpPr/>
              <p:nvPr/>
            </p:nvSpPr>
            <p:spPr>
              <a:xfrm rot="13514935">
                <a:off x="4966269" y="2462305"/>
                <a:ext cx="72279" cy="256898"/>
              </a:xfrm>
              <a:custGeom>
                <a:avLst/>
                <a:gdLst>
                  <a:gd name="connsiteX0" fmla="*/ 125628 w 125628"/>
                  <a:gd name="connsiteY0" fmla="*/ 446518 h 446518"/>
                  <a:gd name="connsiteX1" fmla="*/ 0 w 125628"/>
                  <a:gd name="connsiteY1" fmla="*/ 446518 h 446518"/>
                  <a:gd name="connsiteX2" fmla="*/ 0 w 125628"/>
                  <a:gd name="connsiteY2" fmla="*/ 0 h 446518"/>
                  <a:gd name="connsiteX3" fmla="*/ 125628 w 125628"/>
                  <a:gd name="connsiteY3" fmla="*/ 124541 h 446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28" h="446518">
                    <a:moveTo>
                      <a:pt x="125628" y="446518"/>
                    </a:moveTo>
                    <a:lnTo>
                      <a:pt x="0" y="446518"/>
                    </a:lnTo>
                    <a:lnTo>
                      <a:pt x="0" y="0"/>
                    </a:lnTo>
                    <a:lnTo>
                      <a:pt x="125628" y="124541"/>
                    </a:lnTo>
                    <a:close/>
                  </a:path>
                </a:pathLst>
              </a:custGeom>
              <a:solidFill>
                <a:schemeClr val="accent3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6" name="任意多边形: 形状 55">
                <a:extLst>
                  <a:ext uri="{FF2B5EF4-FFF2-40B4-BE49-F238E27FC236}">
                    <a16:creationId xmlns:a16="http://schemas.microsoft.com/office/drawing/2014/main" xmlns="" id="{9BDE0387-7250-41AD-96F1-C293C401F6F0}"/>
                  </a:ext>
                </a:extLst>
              </p:cNvPr>
              <p:cNvSpPr/>
              <p:nvPr/>
            </p:nvSpPr>
            <p:spPr>
              <a:xfrm rot="18903744">
                <a:off x="4966494" y="2329812"/>
                <a:ext cx="72278" cy="259243"/>
              </a:xfrm>
              <a:custGeom>
                <a:avLst/>
                <a:gdLst>
                  <a:gd name="connsiteX0" fmla="*/ 125628 w 125628"/>
                  <a:gd name="connsiteY0" fmla="*/ 0 h 450590"/>
                  <a:gd name="connsiteX1" fmla="*/ 125628 w 125628"/>
                  <a:gd name="connsiteY1" fmla="*/ 450590 h 450590"/>
                  <a:gd name="connsiteX2" fmla="*/ 0 w 125628"/>
                  <a:gd name="connsiteY2" fmla="*/ 450590 h 450590"/>
                  <a:gd name="connsiteX3" fmla="*/ 0 w 125628"/>
                  <a:gd name="connsiteY3" fmla="*/ 125902 h 450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28" h="450590">
                    <a:moveTo>
                      <a:pt x="125628" y="0"/>
                    </a:moveTo>
                    <a:lnTo>
                      <a:pt x="125628" y="450590"/>
                    </a:lnTo>
                    <a:lnTo>
                      <a:pt x="0" y="450590"/>
                    </a:lnTo>
                    <a:lnTo>
                      <a:pt x="0" y="125902"/>
                    </a:lnTo>
                    <a:close/>
                  </a:path>
                </a:pathLst>
              </a:custGeom>
              <a:solidFill>
                <a:schemeClr val="accent3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xmlns="" id="{0F1DD85B-FDA6-439C-BD90-B0863CB0D876}"/>
                </a:ext>
              </a:extLst>
            </p:cNvPr>
            <p:cNvGrpSpPr/>
            <p:nvPr/>
          </p:nvGrpSpPr>
          <p:grpSpPr>
            <a:xfrm rot="10800000" flipV="1">
              <a:off x="8193050" y="1831812"/>
              <a:ext cx="184355" cy="213188"/>
              <a:chOff x="4873960" y="2329812"/>
              <a:chExt cx="256898" cy="297081"/>
            </a:xfrm>
            <a:solidFill>
              <a:schemeClr val="accent2"/>
            </a:solidFill>
          </p:grpSpPr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xmlns="" id="{F52649EA-6802-44AC-AC53-C956CBE0849A}"/>
                  </a:ext>
                </a:extLst>
              </p:cNvPr>
              <p:cNvSpPr/>
              <p:nvPr/>
            </p:nvSpPr>
            <p:spPr>
              <a:xfrm rot="13514935">
                <a:off x="4966269" y="2462305"/>
                <a:ext cx="72279" cy="256898"/>
              </a:xfrm>
              <a:custGeom>
                <a:avLst/>
                <a:gdLst>
                  <a:gd name="connsiteX0" fmla="*/ 125628 w 125628"/>
                  <a:gd name="connsiteY0" fmla="*/ 446518 h 446518"/>
                  <a:gd name="connsiteX1" fmla="*/ 0 w 125628"/>
                  <a:gd name="connsiteY1" fmla="*/ 446518 h 446518"/>
                  <a:gd name="connsiteX2" fmla="*/ 0 w 125628"/>
                  <a:gd name="connsiteY2" fmla="*/ 0 h 446518"/>
                  <a:gd name="connsiteX3" fmla="*/ 125628 w 125628"/>
                  <a:gd name="connsiteY3" fmla="*/ 124541 h 446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28" h="446518">
                    <a:moveTo>
                      <a:pt x="125628" y="446518"/>
                    </a:moveTo>
                    <a:lnTo>
                      <a:pt x="0" y="446518"/>
                    </a:lnTo>
                    <a:lnTo>
                      <a:pt x="0" y="0"/>
                    </a:lnTo>
                    <a:lnTo>
                      <a:pt x="125628" y="124541"/>
                    </a:lnTo>
                    <a:close/>
                  </a:path>
                </a:pathLst>
              </a:custGeom>
              <a:solidFill>
                <a:schemeClr val="accent4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任意多边形: 形状 53">
                <a:extLst>
                  <a:ext uri="{FF2B5EF4-FFF2-40B4-BE49-F238E27FC236}">
                    <a16:creationId xmlns:a16="http://schemas.microsoft.com/office/drawing/2014/main" xmlns="" id="{D0718902-0EB1-430C-9F93-31050662C0D4}"/>
                  </a:ext>
                </a:extLst>
              </p:cNvPr>
              <p:cNvSpPr/>
              <p:nvPr/>
            </p:nvSpPr>
            <p:spPr>
              <a:xfrm rot="18903744">
                <a:off x="4966494" y="2329812"/>
                <a:ext cx="72278" cy="259243"/>
              </a:xfrm>
              <a:custGeom>
                <a:avLst/>
                <a:gdLst>
                  <a:gd name="connsiteX0" fmla="*/ 125628 w 125628"/>
                  <a:gd name="connsiteY0" fmla="*/ 0 h 450590"/>
                  <a:gd name="connsiteX1" fmla="*/ 125628 w 125628"/>
                  <a:gd name="connsiteY1" fmla="*/ 450590 h 450590"/>
                  <a:gd name="connsiteX2" fmla="*/ 0 w 125628"/>
                  <a:gd name="connsiteY2" fmla="*/ 450590 h 450590"/>
                  <a:gd name="connsiteX3" fmla="*/ 0 w 125628"/>
                  <a:gd name="connsiteY3" fmla="*/ 125902 h 450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28" h="450590">
                    <a:moveTo>
                      <a:pt x="125628" y="0"/>
                    </a:moveTo>
                    <a:lnTo>
                      <a:pt x="125628" y="450590"/>
                    </a:lnTo>
                    <a:lnTo>
                      <a:pt x="0" y="450590"/>
                    </a:lnTo>
                    <a:lnTo>
                      <a:pt x="0" y="125902"/>
                    </a:lnTo>
                    <a:close/>
                  </a:path>
                </a:pathLst>
              </a:custGeom>
              <a:solidFill>
                <a:schemeClr val="accent4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xmlns="" id="{D3F872DC-A421-4083-B377-EF06303EFA48}"/>
                </a:ext>
              </a:extLst>
            </p:cNvPr>
            <p:cNvGrpSpPr/>
            <p:nvPr/>
          </p:nvGrpSpPr>
          <p:grpSpPr>
            <a:xfrm rot="10800000" flipV="1">
              <a:off x="8193050" y="3150259"/>
              <a:ext cx="184355" cy="213188"/>
              <a:chOff x="4873960" y="2329812"/>
              <a:chExt cx="256898" cy="297081"/>
            </a:xfrm>
            <a:solidFill>
              <a:schemeClr val="accent2"/>
            </a:solidFill>
          </p:grpSpPr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xmlns="" id="{1D5D29EB-B320-4389-B60E-76A1EC19D0FA}"/>
                  </a:ext>
                </a:extLst>
              </p:cNvPr>
              <p:cNvSpPr/>
              <p:nvPr/>
            </p:nvSpPr>
            <p:spPr>
              <a:xfrm rot="13514935">
                <a:off x="4966269" y="2462305"/>
                <a:ext cx="72279" cy="256898"/>
              </a:xfrm>
              <a:custGeom>
                <a:avLst/>
                <a:gdLst>
                  <a:gd name="connsiteX0" fmla="*/ 125628 w 125628"/>
                  <a:gd name="connsiteY0" fmla="*/ 446518 h 446518"/>
                  <a:gd name="connsiteX1" fmla="*/ 0 w 125628"/>
                  <a:gd name="connsiteY1" fmla="*/ 446518 h 446518"/>
                  <a:gd name="connsiteX2" fmla="*/ 0 w 125628"/>
                  <a:gd name="connsiteY2" fmla="*/ 0 h 446518"/>
                  <a:gd name="connsiteX3" fmla="*/ 125628 w 125628"/>
                  <a:gd name="connsiteY3" fmla="*/ 124541 h 446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28" h="446518">
                    <a:moveTo>
                      <a:pt x="125628" y="446518"/>
                    </a:moveTo>
                    <a:lnTo>
                      <a:pt x="0" y="446518"/>
                    </a:lnTo>
                    <a:lnTo>
                      <a:pt x="0" y="0"/>
                    </a:lnTo>
                    <a:lnTo>
                      <a:pt x="125628" y="124541"/>
                    </a:lnTo>
                    <a:close/>
                  </a:path>
                </a:pathLst>
              </a:custGeom>
              <a:solidFill>
                <a:schemeClr val="accent5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xmlns="" id="{9987DCB8-0EF8-4719-8E9B-747B5DAD3636}"/>
                  </a:ext>
                </a:extLst>
              </p:cNvPr>
              <p:cNvSpPr/>
              <p:nvPr/>
            </p:nvSpPr>
            <p:spPr>
              <a:xfrm rot="18903744">
                <a:off x="4966494" y="2329812"/>
                <a:ext cx="72278" cy="259243"/>
              </a:xfrm>
              <a:custGeom>
                <a:avLst/>
                <a:gdLst>
                  <a:gd name="connsiteX0" fmla="*/ 125628 w 125628"/>
                  <a:gd name="connsiteY0" fmla="*/ 0 h 450590"/>
                  <a:gd name="connsiteX1" fmla="*/ 125628 w 125628"/>
                  <a:gd name="connsiteY1" fmla="*/ 450590 h 450590"/>
                  <a:gd name="connsiteX2" fmla="*/ 0 w 125628"/>
                  <a:gd name="connsiteY2" fmla="*/ 450590 h 450590"/>
                  <a:gd name="connsiteX3" fmla="*/ 0 w 125628"/>
                  <a:gd name="connsiteY3" fmla="*/ 125902 h 450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28" h="450590">
                    <a:moveTo>
                      <a:pt x="125628" y="0"/>
                    </a:moveTo>
                    <a:lnTo>
                      <a:pt x="125628" y="450590"/>
                    </a:lnTo>
                    <a:lnTo>
                      <a:pt x="0" y="450590"/>
                    </a:lnTo>
                    <a:lnTo>
                      <a:pt x="0" y="125902"/>
                    </a:lnTo>
                    <a:close/>
                  </a:path>
                </a:pathLst>
              </a:custGeom>
              <a:solidFill>
                <a:schemeClr val="accent5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xmlns="" id="{6DDF37DF-2592-4AE4-82BE-E87017DC9EF1}"/>
                </a:ext>
              </a:extLst>
            </p:cNvPr>
            <p:cNvGrpSpPr/>
            <p:nvPr/>
          </p:nvGrpSpPr>
          <p:grpSpPr>
            <a:xfrm rot="10800000" flipV="1">
              <a:off x="8193050" y="4524113"/>
              <a:ext cx="184355" cy="213188"/>
              <a:chOff x="4873960" y="2329812"/>
              <a:chExt cx="256898" cy="297081"/>
            </a:xfrm>
            <a:solidFill>
              <a:schemeClr val="accent2"/>
            </a:solidFill>
          </p:grpSpPr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xmlns="" id="{C4170EB0-31DD-4542-9FC7-7BF3A8A111E8}"/>
                  </a:ext>
                </a:extLst>
              </p:cNvPr>
              <p:cNvSpPr/>
              <p:nvPr/>
            </p:nvSpPr>
            <p:spPr>
              <a:xfrm rot="13514935">
                <a:off x="4966269" y="2462305"/>
                <a:ext cx="72279" cy="256898"/>
              </a:xfrm>
              <a:custGeom>
                <a:avLst/>
                <a:gdLst>
                  <a:gd name="connsiteX0" fmla="*/ 125628 w 125628"/>
                  <a:gd name="connsiteY0" fmla="*/ 446518 h 446518"/>
                  <a:gd name="connsiteX1" fmla="*/ 0 w 125628"/>
                  <a:gd name="connsiteY1" fmla="*/ 446518 h 446518"/>
                  <a:gd name="connsiteX2" fmla="*/ 0 w 125628"/>
                  <a:gd name="connsiteY2" fmla="*/ 0 h 446518"/>
                  <a:gd name="connsiteX3" fmla="*/ 125628 w 125628"/>
                  <a:gd name="connsiteY3" fmla="*/ 124541 h 446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28" h="446518">
                    <a:moveTo>
                      <a:pt x="125628" y="446518"/>
                    </a:moveTo>
                    <a:lnTo>
                      <a:pt x="0" y="446518"/>
                    </a:lnTo>
                    <a:lnTo>
                      <a:pt x="0" y="0"/>
                    </a:lnTo>
                    <a:lnTo>
                      <a:pt x="125628" y="124541"/>
                    </a:lnTo>
                    <a:close/>
                  </a:path>
                </a:pathLst>
              </a:custGeom>
              <a:solidFill>
                <a:schemeClr val="accent6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xmlns="" id="{C41784C2-3265-4647-95FC-34D3BEBF5100}"/>
                  </a:ext>
                </a:extLst>
              </p:cNvPr>
              <p:cNvSpPr/>
              <p:nvPr/>
            </p:nvSpPr>
            <p:spPr>
              <a:xfrm rot="18903744">
                <a:off x="4966494" y="2329812"/>
                <a:ext cx="72278" cy="259243"/>
              </a:xfrm>
              <a:custGeom>
                <a:avLst/>
                <a:gdLst>
                  <a:gd name="connsiteX0" fmla="*/ 125628 w 125628"/>
                  <a:gd name="connsiteY0" fmla="*/ 0 h 450590"/>
                  <a:gd name="connsiteX1" fmla="*/ 125628 w 125628"/>
                  <a:gd name="connsiteY1" fmla="*/ 450590 h 450590"/>
                  <a:gd name="connsiteX2" fmla="*/ 0 w 125628"/>
                  <a:gd name="connsiteY2" fmla="*/ 450590 h 450590"/>
                  <a:gd name="connsiteX3" fmla="*/ 0 w 125628"/>
                  <a:gd name="connsiteY3" fmla="*/ 125902 h 450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28" h="450590">
                    <a:moveTo>
                      <a:pt x="125628" y="0"/>
                    </a:moveTo>
                    <a:lnTo>
                      <a:pt x="125628" y="450590"/>
                    </a:lnTo>
                    <a:lnTo>
                      <a:pt x="0" y="450590"/>
                    </a:lnTo>
                    <a:lnTo>
                      <a:pt x="0" y="125902"/>
                    </a:lnTo>
                    <a:close/>
                  </a:path>
                </a:pathLst>
              </a:custGeom>
              <a:solidFill>
                <a:schemeClr val="accent6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47" name="菱形 46">
              <a:extLst>
                <a:ext uri="{FF2B5EF4-FFF2-40B4-BE49-F238E27FC236}">
                  <a16:creationId xmlns:a16="http://schemas.microsoft.com/office/drawing/2014/main" xmlns="" id="{DDC4FD8F-FEB8-4B44-A05E-993707A35376}"/>
                </a:ext>
              </a:extLst>
            </p:cNvPr>
            <p:cNvSpPr/>
            <p:nvPr/>
          </p:nvSpPr>
          <p:spPr>
            <a:xfrm rot="5400000">
              <a:off x="4911401" y="2250216"/>
              <a:ext cx="2575383" cy="2665094"/>
            </a:xfrm>
            <a:prstGeom prst="diamond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xmlns="" id="{40218E9B-1917-4ED2-AD77-F890DF3AA86D}"/>
                </a:ext>
              </a:extLst>
            </p:cNvPr>
            <p:cNvSpPr/>
            <p:nvPr/>
          </p:nvSpPr>
          <p:spPr bwMode="auto">
            <a:xfrm>
              <a:off x="5761439" y="3195788"/>
              <a:ext cx="875307" cy="875307"/>
            </a:xfrm>
            <a:custGeom>
              <a:avLst/>
              <a:gdLst>
                <a:gd name="connsiteX0" fmla="*/ 164953 w 331788"/>
                <a:gd name="connsiteY0" fmla="*/ 74613 h 331788"/>
                <a:gd name="connsiteX1" fmla="*/ 155892 w 331788"/>
                <a:gd name="connsiteY1" fmla="*/ 82366 h 331788"/>
                <a:gd name="connsiteX2" fmla="*/ 155892 w 331788"/>
                <a:gd name="connsiteY2" fmla="*/ 99164 h 331788"/>
                <a:gd name="connsiteX3" fmla="*/ 122237 w 331788"/>
                <a:gd name="connsiteY3" fmla="*/ 132760 h 331788"/>
                <a:gd name="connsiteX4" fmla="*/ 155892 w 331788"/>
                <a:gd name="connsiteY4" fmla="*/ 166356 h 331788"/>
                <a:gd name="connsiteX5" fmla="*/ 172720 w 331788"/>
                <a:gd name="connsiteY5" fmla="*/ 166356 h 331788"/>
                <a:gd name="connsiteX6" fmla="*/ 189547 w 331788"/>
                <a:gd name="connsiteY6" fmla="*/ 183154 h 331788"/>
                <a:gd name="connsiteX7" fmla="*/ 172720 w 331788"/>
                <a:gd name="connsiteY7" fmla="*/ 199952 h 331788"/>
                <a:gd name="connsiteX8" fmla="*/ 139065 w 331788"/>
                <a:gd name="connsiteY8" fmla="*/ 199952 h 331788"/>
                <a:gd name="connsiteX9" fmla="*/ 131298 w 331788"/>
                <a:gd name="connsiteY9" fmla="*/ 207705 h 331788"/>
                <a:gd name="connsiteX10" fmla="*/ 139065 w 331788"/>
                <a:gd name="connsiteY10" fmla="*/ 216750 h 331788"/>
                <a:gd name="connsiteX11" fmla="*/ 155892 w 331788"/>
                <a:gd name="connsiteY11" fmla="*/ 216750 h 331788"/>
                <a:gd name="connsiteX12" fmla="*/ 155892 w 331788"/>
                <a:gd name="connsiteY12" fmla="*/ 233548 h 331788"/>
                <a:gd name="connsiteX13" fmla="*/ 164953 w 331788"/>
                <a:gd name="connsiteY13" fmla="*/ 241301 h 331788"/>
                <a:gd name="connsiteX14" fmla="*/ 172720 w 331788"/>
                <a:gd name="connsiteY14" fmla="*/ 233548 h 331788"/>
                <a:gd name="connsiteX15" fmla="*/ 172720 w 331788"/>
                <a:gd name="connsiteY15" fmla="*/ 216750 h 331788"/>
                <a:gd name="connsiteX16" fmla="*/ 206375 w 331788"/>
                <a:gd name="connsiteY16" fmla="*/ 183154 h 331788"/>
                <a:gd name="connsiteX17" fmla="*/ 172720 w 331788"/>
                <a:gd name="connsiteY17" fmla="*/ 149558 h 331788"/>
                <a:gd name="connsiteX18" fmla="*/ 155892 w 331788"/>
                <a:gd name="connsiteY18" fmla="*/ 149558 h 331788"/>
                <a:gd name="connsiteX19" fmla="*/ 139065 w 331788"/>
                <a:gd name="connsiteY19" fmla="*/ 132760 h 331788"/>
                <a:gd name="connsiteX20" fmla="*/ 155892 w 331788"/>
                <a:gd name="connsiteY20" fmla="*/ 115962 h 331788"/>
                <a:gd name="connsiteX21" fmla="*/ 189547 w 331788"/>
                <a:gd name="connsiteY21" fmla="*/ 115962 h 331788"/>
                <a:gd name="connsiteX22" fmla="*/ 198608 w 331788"/>
                <a:gd name="connsiteY22" fmla="*/ 108209 h 331788"/>
                <a:gd name="connsiteX23" fmla="*/ 189547 w 331788"/>
                <a:gd name="connsiteY23" fmla="*/ 99164 h 331788"/>
                <a:gd name="connsiteX24" fmla="*/ 172720 w 331788"/>
                <a:gd name="connsiteY24" fmla="*/ 99164 h 331788"/>
                <a:gd name="connsiteX25" fmla="*/ 172720 w 331788"/>
                <a:gd name="connsiteY25" fmla="*/ 82366 h 331788"/>
                <a:gd name="connsiteX26" fmla="*/ 164953 w 331788"/>
                <a:gd name="connsiteY26" fmla="*/ 74613 h 331788"/>
                <a:gd name="connsiteX27" fmla="*/ 165100 w 331788"/>
                <a:gd name="connsiteY27" fmla="*/ 52388 h 331788"/>
                <a:gd name="connsiteX28" fmla="*/ 279400 w 331788"/>
                <a:gd name="connsiteY28" fmla="*/ 166688 h 331788"/>
                <a:gd name="connsiteX29" fmla="*/ 165100 w 331788"/>
                <a:gd name="connsiteY29" fmla="*/ 280988 h 331788"/>
                <a:gd name="connsiteX30" fmla="*/ 50800 w 331788"/>
                <a:gd name="connsiteY30" fmla="*/ 166688 h 331788"/>
                <a:gd name="connsiteX31" fmla="*/ 165100 w 331788"/>
                <a:gd name="connsiteY31" fmla="*/ 52388 h 331788"/>
                <a:gd name="connsiteX32" fmla="*/ 165894 w 331788"/>
                <a:gd name="connsiteY32" fmla="*/ 34925 h 331788"/>
                <a:gd name="connsiteX33" fmla="*/ 34925 w 331788"/>
                <a:gd name="connsiteY33" fmla="*/ 165894 h 331788"/>
                <a:gd name="connsiteX34" fmla="*/ 165894 w 331788"/>
                <a:gd name="connsiteY34" fmla="*/ 296863 h 331788"/>
                <a:gd name="connsiteX35" fmla="*/ 296863 w 331788"/>
                <a:gd name="connsiteY35" fmla="*/ 165894 h 331788"/>
                <a:gd name="connsiteX36" fmla="*/ 165894 w 331788"/>
                <a:gd name="connsiteY36" fmla="*/ 34925 h 331788"/>
                <a:gd name="connsiteX37" fmla="*/ 165894 w 331788"/>
                <a:gd name="connsiteY37" fmla="*/ 0 h 331788"/>
                <a:gd name="connsiteX38" fmla="*/ 331788 w 331788"/>
                <a:gd name="connsiteY38" fmla="*/ 165894 h 331788"/>
                <a:gd name="connsiteX39" fmla="*/ 165894 w 331788"/>
                <a:gd name="connsiteY39" fmla="*/ 331788 h 331788"/>
                <a:gd name="connsiteX40" fmla="*/ 0 w 331788"/>
                <a:gd name="connsiteY40" fmla="*/ 165894 h 331788"/>
                <a:gd name="connsiteX41" fmla="*/ 165894 w 331788"/>
                <a:gd name="connsiteY41" fmla="*/ 0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31788" h="331788">
                  <a:moveTo>
                    <a:pt x="164953" y="74613"/>
                  </a:moveTo>
                  <a:cubicBezTo>
                    <a:pt x="159776" y="74613"/>
                    <a:pt x="155892" y="77197"/>
                    <a:pt x="155892" y="82366"/>
                  </a:cubicBezTo>
                  <a:cubicBezTo>
                    <a:pt x="155892" y="82366"/>
                    <a:pt x="155892" y="82366"/>
                    <a:pt x="155892" y="99164"/>
                  </a:cubicBezTo>
                  <a:cubicBezTo>
                    <a:pt x="137770" y="99164"/>
                    <a:pt x="122237" y="113378"/>
                    <a:pt x="122237" y="132760"/>
                  </a:cubicBezTo>
                  <a:cubicBezTo>
                    <a:pt x="122237" y="150850"/>
                    <a:pt x="137770" y="166356"/>
                    <a:pt x="155892" y="166356"/>
                  </a:cubicBezTo>
                  <a:cubicBezTo>
                    <a:pt x="155892" y="166356"/>
                    <a:pt x="155892" y="166356"/>
                    <a:pt x="172720" y="166356"/>
                  </a:cubicBezTo>
                  <a:cubicBezTo>
                    <a:pt x="183075" y="166356"/>
                    <a:pt x="189547" y="172817"/>
                    <a:pt x="189547" y="183154"/>
                  </a:cubicBezTo>
                  <a:cubicBezTo>
                    <a:pt x="189547" y="193491"/>
                    <a:pt x="181781" y="199952"/>
                    <a:pt x="172720" y="199952"/>
                  </a:cubicBezTo>
                  <a:cubicBezTo>
                    <a:pt x="172720" y="199952"/>
                    <a:pt x="172720" y="199952"/>
                    <a:pt x="139065" y="199952"/>
                  </a:cubicBezTo>
                  <a:cubicBezTo>
                    <a:pt x="133887" y="199952"/>
                    <a:pt x="131298" y="202536"/>
                    <a:pt x="131298" y="207705"/>
                  </a:cubicBezTo>
                  <a:cubicBezTo>
                    <a:pt x="131298" y="212874"/>
                    <a:pt x="133887" y="216750"/>
                    <a:pt x="139065" y="216750"/>
                  </a:cubicBezTo>
                  <a:cubicBezTo>
                    <a:pt x="139065" y="216750"/>
                    <a:pt x="139065" y="216750"/>
                    <a:pt x="155892" y="216750"/>
                  </a:cubicBezTo>
                  <a:cubicBezTo>
                    <a:pt x="155892" y="216750"/>
                    <a:pt x="155892" y="216750"/>
                    <a:pt x="155892" y="233548"/>
                  </a:cubicBezTo>
                  <a:cubicBezTo>
                    <a:pt x="155892" y="236132"/>
                    <a:pt x="159776" y="241301"/>
                    <a:pt x="164953" y="241301"/>
                  </a:cubicBezTo>
                  <a:cubicBezTo>
                    <a:pt x="170131" y="241301"/>
                    <a:pt x="172720" y="238717"/>
                    <a:pt x="172720" y="233548"/>
                  </a:cubicBezTo>
                  <a:cubicBezTo>
                    <a:pt x="172720" y="233548"/>
                    <a:pt x="172720" y="233548"/>
                    <a:pt x="172720" y="216750"/>
                  </a:cubicBezTo>
                  <a:cubicBezTo>
                    <a:pt x="190842" y="216750"/>
                    <a:pt x="206375" y="201244"/>
                    <a:pt x="206375" y="183154"/>
                  </a:cubicBezTo>
                  <a:cubicBezTo>
                    <a:pt x="206375" y="165064"/>
                    <a:pt x="190842" y="149558"/>
                    <a:pt x="172720" y="149558"/>
                  </a:cubicBezTo>
                  <a:cubicBezTo>
                    <a:pt x="172720" y="149558"/>
                    <a:pt x="172720" y="149558"/>
                    <a:pt x="155892" y="149558"/>
                  </a:cubicBezTo>
                  <a:cubicBezTo>
                    <a:pt x="145537" y="149558"/>
                    <a:pt x="139065" y="143097"/>
                    <a:pt x="139065" y="132760"/>
                  </a:cubicBezTo>
                  <a:cubicBezTo>
                    <a:pt x="139065" y="122423"/>
                    <a:pt x="148126" y="115962"/>
                    <a:pt x="155892" y="115962"/>
                  </a:cubicBezTo>
                  <a:cubicBezTo>
                    <a:pt x="155892" y="115962"/>
                    <a:pt x="155892" y="115962"/>
                    <a:pt x="189547" y="115962"/>
                  </a:cubicBezTo>
                  <a:cubicBezTo>
                    <a:pt x="194725" y="115962"/>
                    <a:pt x="198608" y="113378"/>
                    <a:pt x="198608" y="108209"/>
                  </a:cubicBezTo>
                  <a:cubicBezTo>
                    <a:pt x="198608" y="103040"/>
                    <a:pt x="194725" y="99164"/>
                    <a:pt x="189547" y="99164"/>
                  </a:cubicBezTo>
                  <a:cubicBezTo>
                    <a:pt x="189547" y="99164"/>
                    <a:pt x="189547" y="99164"/>
                    <a:pt x="172720" y="99164"/>
                  </a:cubicBezTo>
                  <a:cubicBezTo>
                    <a:pt x="172720" y="99164"/>
                    <a:pt x="172720" y="99164"/>
                    <a:pt x="172720" y="82366"/>
                  </a:cubicBezTo>
                  <a:cubicBezTo>
                    <a:pt x="172720" y="77197"/>
                    <a:pt x="170131" y="74613"/>
                    <a:pt x="164953" y="74613"/>
                  </a:cubicBezTo>
                  <a:close/>
                  <a:moveTo>
                    <a:pt x="165100" y="52388"/>
                  </a:moveTo>
                  <a:cubicBezTo>
                    <a:pt x="227445" y="52388"/>
                    <a:pt x="279400" y="103044"/>
                    <a:pt x="279400" y="166688"/>
                  </a:cubicBezTo>
                  <a:cubicBezTo>
                    <a:pt x="279400" y="230332"/>
                    <a:pt x="227445" y="280988"/>
                    <a:pt x="165100" y="280988"/>
                  </a:cubicBezTo>
                  <a:cubicBezTo>
                    <a:pt x="101456" y="280988"/>
                    <a:pt x="50800" y="229033"/>
                    <a:pt x="50800" y="166688"/>
                  </a:cubicBezTo>
                  <a:cubicBezTo>
                    <a:pt x="50800" y="103044"/>
                    <a:pt x="102755" y="52388"/>
                    <a:pt x="165100" y="52388"/>
                  </a:cubicBezTo>
                  <a:close/>
                  <a:moveTo>
                    <a:pt x="165894" y="34925"/>
                  </a:moveTo>
                  <a:cubicBezTo>
                    <a:pt x="93562" y="34925"/>
                    <a:pt x="34925" y="93562"/>
                    <a:pt x="34925" y="165894"/>
                  </a:cubicBezTo>
                  <a:cubicBezTo>
                    <a:pt x="34925" y="238226"/>
                    <a:pt x="93562" y="296863"/>
                    <a:pt x="165894" y="296863"/>
                  </a:cubicBezTo>
                  <a:cubicBezTo>
                    <a:pt x="238226" y="296863"/>
                    <a:pt x="296863" y="238226"/>
                    <a:pt x="296863" y="165894"/>
                  </a:cubicBezTo>
                  <a:cubicBezTo>
                    <a:pt x="296863" y="93562"/>
                    <a:pt x="238226" y="34925"/>
                    <a:pt x="165894" y="34925"/>
                  </a:cubicBezTo>
                  <a:close/>
                  <a:moveTo>
                    <a:pt x="165894" y="0"/>
                  </a:moveTo>
                  <a:cubicBezTo>
                    <a:pt x="257913" y="0"/>
                    <a:pt x="331788" y="75171"/>
                    <a:pt x="331788" y="165894"/>
                  </a:cubicBezTo>
                  <a:cubicBezTo>
                    <a:pt x="331788" y="256617"/>
                    <a:pt x="257913" y="331788"/>
                    <a:pt x="165894" y="331788"/>
                  </a:cubicBezTo>
                  <a:cubicBezTo>
                    <a:pt x="75171" y="331788"/>
                    <a:pt x="0" y="257913"/>
                    <a:pt x="0" y="165894"/>
                  </a:cubicBezTo>
                  <a:cubicBezTo>
                    <a:pt x="0" y="75171"/>
                    <a:pt x="73875" y="0"/>
                    <a:pt x="16589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56767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</p:cTn>
                        </p:par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7" presetClass="entr" presetSubtype="10" fill="hold" nodeType="afterEffect"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" presetClass="entr" presetSubtype="10" fill="hold" nodeType="afterEffect"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5" presetClass="entr" presetSubtype="10" fill="hold" nodeType="afterEffect"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zh-CN" altLang="en-US"/>
              <a:t>工具链成果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89" b="8156"/>
          <a:stretch/>
        </p:blipFill>
        <p:spPr>
          <a:xfrm>
            <a:off x="530087" y="1102323"/>
            <a:ext cx="10498131" cy="369735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6493" y="3294277"/>
            <a:ext cx="3851564" cy="2166504"/>
          </a:xfrm>
          <a:prstGeom prst="rect">
            <a:avLst/>
          </a:prstGeom>
          <a:ln w="76200">
            <a:solidFill>
              <a:schemeClr val="accent1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5779152" y="4739237"/>
            <a:ext cx="5543169" cy="72154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sz="360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Puppeteer + axe-core</a:t>
            </a:r>
            <a:endParaRPr lang="en-US" altLang="zh-CN" sz="36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1" y="5596869"/>
            <a:ext cx="10972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WCAG 2.0 AA 自动验证，零违规</a:t>
            </a:r>
          </a:p>
        </p:txBody>
      </p:sp>
    </p:spTree>
    <p:extLst>
      <p:ext uri="{BB962C8B-B14F-4D97-AF65-F5344CB8AC3E}">
        <p14:creationId xmlns:p14="http://schemas.microsoft.com/office/powerpoint/2010/main" val="2481230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</p:cTn>
                        </p:par>
                        <p:par>
                          <p:cTn id="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nodeType="afterEffect"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0" fill="hold" nodeType="afterEffect"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1" nodeType="afterEffect"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zh-CN" altLang="en-US"/>
              <a:t>v54.284 路线图</a:t>
            </a:r>
          </a:p>
        </p:txBody>
      </p:sp>
      <p:sp>
        <p:nvSpPr>
          <p:cNvPr id="3" name="矩形 2"/>
          <p:cNvSpPr/>
          <p:nvPr/>
        </p:nvSpPr>
        <p:spPr>
          <a:xfrm>
            <a:off x="2699656" y="2940341"/>
            <a:ext cx="6792686" cy="323668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4261" y="2597426"/>
            <a:ext cx="5936974" cy="392264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4582507"/>
            <a:ext cx="12192000" cy="1611085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702628" y="1044622"/>
            <a:ext cx="2786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/>
              <a:t>关键词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702628" y="1752508"/>
            <a:ext cx="2786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/>
              <a:t>关键词的简单描述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507386" y="5061751"/>
            <a:ext cx="1901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</a:rPr>
              <a:t>在此输入内容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299900" y="5061751"/>
            <a:ext cx="1901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</a:rPr>
              <a:t>在此输入内容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092414" y="5061751"/>
            <a:ext cx="1901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</a:rPr>
              <a:t>在此输入内容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884928" y="5061751"/>
            <a:ext cx="1901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</a:rPr>
              <a:t>在此输入内容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677442" y="5061751"/>
            <a:ext cx="1901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</a:rPr>
              <a:t>在此输入内容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608878" y="5523416"/>
            <a:ext cx="1698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solidFill>
                  <a:schemeClr val="bg1"/>
                </a:solidFill>
              </a:rPr>
              <a:t>ENGLISH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401392" y="5523416"/>
            <a:ext cx="1698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solidFill>
                  <a:schemeClr val="bg1"/>
                </a:solidFill>
              </a:rPr>
              <a:t>ENGLISH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193906" y="5523416"/>
            <a:ext cx="1698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solidFill>
                  <a:schemeClr val="bg1"/>
                </a:solidFill>
              </a:rPr>
              <a:t>ENGLISH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986420" y="5523416"/>
            <a:ext cx="1698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solidFill>
                  <a:schemeClr val="bg1"/>
                </a:solidFill>
              </a:rPr>
              <a:t>ENGLISH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778934" y="5523416"/>
            <a:ext cx="1698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solidFill>
                  <a:schemeClr val="bg1"/>
                </a:solidFill>
              </a:rPr>
              <a:t>ENGLISH</a:t>
            </a:r>
            <a:endParaRPr lang="zh-CN" alt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19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</p:cTn>
                        </p:par>
                        <p:par>
                          <p:cTn id="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" presetID="53" presetClass="entr" presetSubtype="0" fill="hold" nodeType="afterEffect"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0" fill="hold" grpId="0" nodeType="withEffect"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47" presetClass="entr" presetSubtype="0" fill="hold" grpId="2" nodeType="afterEffect"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3" nodeType="withEffect"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1" nodeType="afterEffect"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grpId="4" nodeType="afterEffect"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9" nodeType="withEffect"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withGroup">
                            <p:stCondLst>
                              <p:cond delay="2250"/>
                            </p:stCondLst>
                            <p:childTnLst>
                              <p:par>
                                <p:cTn id="39" presetID="10" presetClass="entr" presetSubtype="0" fill="hold" grpId="5" nodeType="afterEffect"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10" nodeType="withEffect"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46" presetID="10" presetClass="entr" presetSubtype="0" fill="hold" grpId="6" nodeType="afterEffect"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11" nodeType="withEffect"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withGroup">
                            <p:stCondLst>
                              <p:cond delay="3750"/>
                            </p:stCondLst>
                            <p:childTnLst>
                              <p:par>
                                <p:cTn id="53" presetID="10" presetClass="entr" presetSubtype="0" fill="hold" grpId="7" nodeType="afterEffect"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2" nodeType="withEffect"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withGroup">
                            <p:stCondLst>
                              <p:cond delay="4500"/>
                            </p:stCondLst>
                            <p:childTnLst>
                              <p:par>
                                <p:cTn id="60" presetID="10" presetClass="entr" presetSubtype="0" fill="hold" grpId="8" nodeType="afterEffect"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13" nodeType="withEffect"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1" animBg="1"/>
      <p:bldP spid="6" grpId="2"/>
      <p:bldP spid="7" grpId="3"/>
      <p:bldP spid="8" grpId="4"/>
      <p:bldP spid="9" grpId="5"/>
      <p:bldP spid="10" grpId="6"/>
      <p:bldP spid="11" grpId="7"/>
      <p:bldP spid="12" grpId="8"/>
      <p:bldP spid="13" grpId="9"/>
      <p:bldP spid="14" grpId="10"/>
      <p:bldP spid="15" grpId="11"/>
      <p:bldP spid="16" grpId="12"/>
      <p:bldP spid="17" grpId="13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97B3FAA9-17A5-49E6-B4E5-CA9D63CC46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E87FFD35-F767-4C66-B91F-03BD106509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7480" y="104356"/>
            <a:ext cx="4837040" cy="672325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95093" y="2726633"/>
            <a:ext cx="9944668" cy="9233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5400">
                <a:solidFill>
                  <a:schemeClr val="bg1"/>
                </a:solidFill>
                <a:cs typeface="+mn-ea"/>
                <a:sym typeface="+mn-lt"/>
              </a:rPr>
              <a:t>感谢您的观看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793675" y="3646172"/>
            <a:ext cx="8547504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2800">
                <a:solidFill>
                  <a:schemeClr val="bg1"/>
                </a:solidFill>
                <a:cs typeface="+mn-ea"/>
                <a:sym typeface="+mn-lt"/>
              </a:rPr>
              <a:t>THANK YOU</a:t>
            </a:r>
            <a:endParaRPr lang="zh-CN" altLang="en-US" sz="28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38794" y="4962653"/>
            <a:ext cx="3257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PLACED LOGO</a:t>
            </a:r>
            <a:endParaRPr lang="zh-CN" altLang="en-US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822248" y="4253705"/>
            <a:ext cx="8547504" cy="0"/>
          </a:xfrm>
          <a:prstGeom prst="line">
            <a:avLst/>
          </a:prstGeom>
          <a:ln>
            <a:gradFill>
              <a:gsLst>
                <a:gs pos="0">
                  <a:schemeClr val="bg1">
                    <a:alpha val="0"/>
                  </a:schemeClr>
                </a:gs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190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1" nodeType="afterEffect"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withGroup">
                            <p:stCondLst>
                              <p:cond delay="1750"/>
                            </p:stCondLst>
                            <p:childTnLst>
                              <p:par>
                                <p:cTn id="15" presetID="16" presetClass="entr" presetSubtype="37" fill="hold" nodeType="afterEffect"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withGroup">
                            <p:stCondLst>
                              <p:cond delay="2250"/>
                            </p:stCondLst>
                            <p:childTnLst>
                              <p:par>
                                <p:cTn id="19" presetID="2" presetClass="entr" presetSubtype="4" fill="hold" grpId="2" nodeType="afterEffect"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1"/>
      <p:bldP spid="9" grpId="2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6.09.30"/>
  <p:tag name="AS_TITLE" val="Aspose.Slides for .NET 2.0"/>
  <p:tag name="AS_VERSION" val="16.9.0.0"/>
  <p:tag name="ISPRING_PLAYERS_CUSTOMIZATION" val="UEsDBBQAAgAIAGhjzkgVDq0oZAQAAAcRAAAdAAAAdW5pdmVyc2FsL2NvbW1vbl9tZXNzYWdlcy5sbmetWG1v2zYQ/l6g/4EQUGADtrQd0KIYEge0xNhEZMmV6DjZCwRGYmwilJjpxW32ab9mP2y/ZEfKTuK+QFISwDZMyvfc8e6eu6MPjz/nCm1EWUldHDlvD944SBSpzmSxOnIW7OTnDw6qal5kXOlCHDmFdtDx6OWLQ8WLVcNXAr6/fIHQYS6qCpbVyKzu10hmR858nLjhbI6Di8QPJ2EyphNn5Or8hhe3yNcr/Uf5wy/vP3x+++79j4evt5J9gOIZ9v19KGSR3r3pARSwKPQTQCN+EpBz5ozM5zC5cMF8GhBntP0yTHoekTNnZD475RZRRAKWxD71SELjJAiZ9YVPGPGc0YVu0JpvBKo12kjxCdVrAZGsZSlQpWRmH6QaNopGdCnzwhmmQRKRmEXUZTQMnFGsy/L2JwvLm3qtS1BXoUxW/FKJzOqEnLHPb0pRgWpeQ04heNVrCb/UOZfFQafqCC9pMElYGPpxQgJvt+OMSJEhr+RGzUCUCMckAoCSV6J8hGxis8yKI6zUMIQpnUx9eDNjwlSu1gre9VA75gRiMBdFlxTkCIkgu+J4GUaecRqoQhzd8Kr6pMtsLz8eBqoLmAZuCCnosgfgzGDsgCHGEipHWYq07gKbkTjGE5KMw3NIZOBdOEQiPAW6nQ6RuCAxUITEXTIBPqMTbBLeUGyX/zt+pdyks7pFPE1BzrhvI3VTwY5xKbDAMq06GKYmJh8XEDaK/e/QuEUF79rVSm4E2FFmouxUBJXFJZ7Joo8L+ltygqlPvATSyguXCbMlz2jM+S0qdI14tuFFKtClSHkDuX4LzzKZ2Wcmzlb/X438G/F6W1VebQtS4JHzV0Pt2ath3zCrqcCmuhb5Td2l2jhsa/5jrDA5/V0T+hz9cfpjlwQ4ouHzRKaSeaPaqvvk+NxZNjRGnUY80VP9o/XclsRtbR1TKFhjqftLEOimpn9AA1T9pWhwAormbYmGGk6LqwE6g3ALEGj0WIwzcNWeCWfgwgHySzKOKYPZaCkuK1l3jh2WjW2Avh3aFOY8JWpxT8ZLcaVhwlGCb9rpA7qQjXRnQB8MN3utglHmg8kBAK7a5AFIJXOwP+uBuZiRnQfaAr93kqVuVGbJq+S1LfLg2yYXX49NV6XO7a7i1S552yZz/BQr2sNFrdL5gPZ/x7/e8XlAv8dHKSY4cqeJiwOXmEHfcFX1FAIKGFf4LE58PDbiwIWc1+kamumVboqsJ1A7q3vkBAPY9syx4GW6/u+ff3tifGFJu4u2u78OAgFimypI7sB+D3Qtqj+7QBge78vZRR+p7d1mJ9fzqsMoZOGz3CF421pyncPWQbdeSPJt0DBj2J3OgAexTXvdlDC6DUGY4egUapmdwp3RjJfXUAiZ1moQinW1ScB6mPb762VTK1mIIbJPayXmwIzOE+x59q4N5FMyvW57ZgY3inR76VZw6e4L5k5xAHX2CzyRyXogoG1NuyoERG/X9zTffN2p7laV/cvi8PWDfzD+B1BLAwQUAAIACABoY85ICH4LIykDAACGDAAAJwAAAHVuaXZlcnNhbC9mbGFzaF9wdWJsaXNoaW5nX3NldHRpbmdzLnhtbNVX3W7aMBS+5yksT70saTu6diihqgpo1VpAhW3tVWViQ6w6dhbbUHq1p9mD7Ul2HAMFtevSH6RNCBGfn+/8n5jw6DYVaMJyzZWM8G51ByMmY0W5HEf4y6C9fYiRNkRSIpRkEZYKo6NGJczsUHCd9JkxIKoRwEhdz0yEE2OyehBMp9Mq11nuuEpYA/i6Gqs0yHKmmTQsDzJBZvBjZhnTeI5QAgC+qZJztUalglDokc4VtYIhTsFzyV1QRLQF0QkOvNiQxDfjXFlJT5RQOcrHwwi/Ozx2n4WMh2rylEmXE90AoiObOqGUOy+I6PM7hhLGxwm4e1DDaMqpSSK8V3MoIB08RCmwfejEoZwoyIE0c/iUGUKJIf7o7Rl2a/SC4El0JknK4wFwkIs/ws3B9aerXuvi7LTz+XrQ7Z4NTnveiUInWMcJg3VDITikbB6zpZ2QGEPiBPwGnRERmoXBKmkhNlJyzTl3RkMlIPeFFrRROmS0Q1K2Uo3+DZdtkNzFaASBiFmEj3NOBEbcEMHjpbK2Q224KareXpVEgAXtydB5H9+b99mJE5JrturWgqNdzuPGN2UFRTNlkeA3DBmFIH6bwlPC0Gpx0ChXaUGF9jFICw4WJ5xNGT0qcjoH/JOhKzCRWtCEXs0EM97Cd8vv0JCNVA64jEygs4HOtcevPgs4I1rfg5KFj1v9s9Nm6/q002xdbrkACZ0QGT8THArO0sxsBJ/MkFRmoQfpiInVrCgK5bTglYmt+vIyaJ5a4cv81sVYgd5gSTZj5TmF+asHpc0mZFIMohuuAhpGkENJPCYwYlgXXFpWFjAmEikpZojEsNa0G+sJV1YDxQ+wh9Yv99DrIy6L0xhWG1jMKctLQe7s7r2v7X84OPxYrwa/fvzcflJpvvB7gjhzfuOfPLnyl2v/4TYMA7elH1/aJrf/5s7uXbS+lslrp3U5KFXSVr8UXLeMVPdzGakL/5LprbxgSrkAS2nshwzWkuApN4y+ZYu9oE1e9W73PbaZNtlgzK8Zjf8mZH9aXhPX7oVh8OjF1XFSLnkKiXArcXnbbezXduCm+SirUgG09f8OjcpvUEsDBBQAAgAIAGhjzkiQtduluAIAAFMKAAAhAAAAdW5pdmVyc2FsL2ZsYXNoX3NraW5fc2V0dGluZ3MueG1slVZtb9owEP6+X4HYd9K90kkpEqVMqtSt1Vr1u5MciYVjR7ZDx7+fz7EbGwhknCrhu+fxne+NpmpL+eLDZJLmggn5DFpTXirUeN2EFjfTrNVa8FkuuAauZ1zImrDp4uNP+0kTi7zEEjuQYzkbkkPvZm4/YyjOx7c5yhAhF3VD+P5BlGKWkXxbStHy4mJo1b4BySjfGuTVj/lqPeiAUaXvNdRRTOtrlHGURoJSgCF9X6NcZDGSAfOeruxnJKd3df71B7QdVVRb2vITyhCtISXESb5eogzjubk9rsoc5TxBw19toF8+owxCGdmDjC+/+4oyyBBN2/xPjzRSlJjQmHO+iO8cJkhhxg+jukK5SMAHoaOLVXDpsW+9C0Duazj3KY6rFOwJ83qwELDoGYOFli2kiT91NlWJt8dWm/mAxYYwZQChqgc9maCfSKv8NbGux/2BN8qLAOQUPeJVsLaGVRdvAIz1PX61urWrIozvXRcEKGHnlEGEvbJH/jZpPUIGyh75zGgBj5ztj+CHlo7jS3xLXDHPZ99YgRNz9PnyJ29FTw84uCpw7RQeU4sCFgrDeaE1YNXSxOq6kJKjmFJOdrQkmgr+C3HZ3j5GpcmBwXXa6b5KNdUMTrWbjdEs6bBe9hx3o7PG7dj9KPSP684TbXb4zZRoTfKqNj9KajpxPDMkJjHT5DQDt6SBg7znGxFwrO8hUk3kFuSLEGysGy40qLHXi260huBpEuQgTU5nOXWXnEo/b+sM5NpUjYLyWY6VHbCiZcXMn36l8AbFAWPA2lF1Ze7jhL73ZaBwTQBE5pXv2u7QWeqWacpgB372A4V98tDbUmW6dKjhlvoBNjpsOacZ1ZNuVfS9Eq+QQH8C/2rCii4+sIxoe00yZV8WTb5fwn0s0Vr22wybL1xk9ux6KbrY2I8zaJT4z+Q/UEsDBBQAAgAIAGhjzkgqlg9n/gIAAJcLAAAmAAAAdW5pdmVyc2FsL2h0bWxfcHVibGlzaGluZ19zZXR0aW5ncy54bWzNlm9PGjEYwN/zKZouvpRT56YjdxgjGIlOiLBNX5lyLVxjr721PfB8tU+zD7ZPsqdXQIiOnUaWhRDo0z6/51/7tOHRfSrQhGnDlYzwbn0HIyZjRbkcR/jL4HT7ECNjiaREKMkiLBVGR81amOVDwU3SZ9bCUoMAI00jsxFOrM0aQTCdTuvcZNrNKpFb4Jt6rNIg08wwaZkOMkEK+LFFxgyeESoA4JsqOVNr1moIhZ70WdFcMMQpeC65C4qIM5sKHPhVQxLfjbXKJT1RQmmkx8MIvzs8dp/5Gk9q8ZRJlxLTBKET2wahlDsniOjzB4YSxscJeHuwj9GUU5tEeG/fUWB18JRSsn3kxFFOFKRA2hk+ZZZQYokfenuW3VszF3gRLSRJeTyAGeTCj3BrcHt202tfXXQuz28H3e7FoNPzTpQ6wSonDFYNheCQynXMFnZCYi2JE/AbdEZEGBYGy6L5spGSK865MRoqAakvtTAagaeiiPCx5kRgxC0RPF7MWqLHzJ5yATE43d36SFr8CPTxxgnRhi0bms8Yl8W4+U3lgqJC5UjwO4asQhBRnsK/hKHldKORVmkpFcRYZASnDE04mzJ6VGZpBvyToRswkeagCZsvE8x6C99z/oCGbKQ0cBmZwFYFOTeeX38ROCPGPELJ3Met/kWn1b7tXLba11suQEInRMYvhEMJWZrZjfBJgaSycz1IR0xyw8qiUE7LuSqx1V9fBsPTXPgyv3UxltAbLMlmrLykMH/1oLLZhEzKg+gOV4mGI8ihJJ4JEzEcdy5zVhUYE4mUFAUiMTQq4471hKvcgMQfYI82r/fQ6yMuy9EYbg6wqCnTlZA7u3vv9z98PDj81KgHv3783F6rNGvhPUGcOd/DT9Y28UUjf9oNw8D1zufbsNX5v+rCvav21yqZumxfDyoVqd2vhOtWWdU9r7Lqyl8bvaUro5IL0GbG/thAoxE85ZbRt9w0ryj8+vvXb4s3KvwGo1i7ff/fIPxo8dxaeV+FwbMPwBrIVx/TzdpvUEsDBBQAAgAIAGhjzkihT/+0mQEAAB0GAAAfAAAAdW5pdmVyc2FsL2h0bWxfc2tpbl9zZXR0aW5ncy5qc42Uy27CMBBF93xF5G4rRJ/Q7lChUiUWlcqu6sIJQ4hwbMt2UlLEvzdjXrHjlHo28c3JHc9Enm0vqhdJSPQcbe2z3b+7e6sBakYVcO3qrEPPUSeaZQuYZzmwjAPxkPL46UnenYmQMeHWNK4+0FY3/IjAN0vKdBOXAQsV0HRAKwPad0DbhBL/OJUdqtpX1GhzXBgjeD8R3AA3fS5UTi1Drl7tahbowaIEdQFd0gQc06FdXeTZ8WGI0eQSkUvKq5lIRT+myTpVouCLrvyrSoKqf/h6Dwyehi9Tx45l2rwZyP3E0xFGNykVaA2HvI9TjCDMaAys4Tuw6w/UMW4X5NFlpjNzpMc3GE1a0hRaXRqNMVyM116tbg4x2pyBjdkTd7cYDsFoBaplNbnHcEAhC/mPHyiVSLEjLbTd8xPKBF1kPD2kHmAEOTws2nZ171yoPf6EOFdIeFdoFbp9edfk8MHQvTfBq6u9vLOQHQuJPJBDBDTZNYOsoXMY488R3H9GhBpDk1Vej4d6NNZtoGoNai4Eq0//demcfq7e7hdQSwMEFAACAAgAWmfOSD08L9HBAAAA5QEAABoAAAB1bml2ZXJzYWwvaTE4bl9wcmVzZXRzLnhtbJ2RsQrCMBCG9z5FuN3EbqUkdRPcHHSWmqYaaS8ll1of35SKdJGAQyD/8X0/JCd3r75jT+PJOlSQ8y0wg9o1Fm8Kzqf9pgBGocam7hwaBeiA7apM2rzAozdkArFYgaTgHsJQCjFNE7c0+NhArhtDLCauXS/i6R2K2RTDosLilvYv+zODKssYk9fRduGAVbzHtCCMvFYwOxeN3GLrQPwCGpMATKrBUAJofQJ4DAnAjytAiu+b56RHCvGjYpBitZ4qewNQSwMEFAACAAgAWmfOSFHldcZvAAAAdgAAABwAAAB1bml2ZXJzYWwvbG9jYWxfc2V0dGluZ3MueG1sDcyxDoJADIDhnadouoO6OXAwmLipg/AADVfIJb3WcI2Rt/e2f/jy9+MvC3x5L8k04KU7I7AuFpNuAefp3l4RipNGElMOqIYwDk0vtpC82b3CAh+hg/eJcw3nJ+Uqb6bO6vBSOaCFR32uiSOehuYPUEsDBBQAAgAIAESUV0cjtE77+wIAALAIAAAUAAAAdW5pdmVyc2FsL3BsYXllci54bWytVd9P2zAQfi7S/ofI79gtHQOqBMSQ0B7GhNSx7a0yiZt4TeLMdgjlr9/Zzu+lbEh7aJWc7/vufPfdxb96zlLviUnFRR6gBZ4jj+WhiHgeB+jh6+3xObq6fHfkFyndM+nxKEBlzg2ApsiLmAolLzSA76lOAtQzYGBGXiG5kFzvgfsUuNtIJ0v07mgGLrkKUKJ1sSKkqirMFSDyWIm0NCQKhyIjhWSK5ZpJ4tJAXoNd6b+j4ZeJnOh9wVQPWei3B65JWo5nxQck1RILGZOT+XxBftx9XocJy+gxz5WmeciQB5Wc2VI+0nB3J6IyZcrYZr5Lcs20NklY28zXK744zz0lwwA5h03GlKIxUzjNY0QclkyA/W1KVVLzqAGt4VU7XvNav4153zRutnOkcy7Kx5SrBI76kM46CfTJMKqf2etaBT00Cro1TMiT7FfJJYvs67dWjPMFcgFbxdk8sapCOICnWxpqIfc3AAMV1R3EbdOwaxq2oJYDt9HXHQVqbrtlVJeSNaWa+U88YuILlZIaWVxqWTKfjIw1lgzBPnFXrpvUNcRPdJae/kNvjN+oNT/Va52xgP/RmE9A1NaE5xF7vuXgo1kGNdUMim1sWBcpNjG7nFT5mPV0PTC5HOumwEU8TWXMYAwjqinp7OQQlEmqwCUs5QjbOzgITnicpPDTkwzj04M0GZW7SYbewUFwKsLdBLQ1t2Uk4zqOxNQqyCcT68QPS6VFxl+sPAd7Rq+sDl8buebouuDtwdn8j1EcxGgGc4smVpd56u2r5vDezKlWnc+mcJaBWmEemC4L59XMQlmMfCK2pWWqb/o5NfuwBx3lPDUd01zfQe+iWvMX5lU8Ml+6xdLUJGFGMwH6cL7sMUA/YbsMwlvToYhbkTd1wJjYN/dvK9ps+bp1ruuHOuxDDZ84qxzGzdRHUEcsRZlHox7iovuIqBR22rVk1EvZFm60OAGRiiJA7+GhvvPF6UV35bPFRYO1ed27wC6XN6z0OuFOQaTWdXsRv94N8PgbUEsDBBQAAgAIAFpnzkjJGH6LcgEAAPsCAAApAAAAdW5pdmVyc2FsL3NraW5fY3VzdG9taXphdGlvbl9zZXR0aW5ncy54bWyNUttqGzEQfc9XiPyAJY1uC1uDblsMwSnEEPpUtl61LE20ZaXQEPTx1SYxjhuXVvM0c86cYUanTT/GaB9Snu7Hpz6PU7wJOY/xe1pfINTup7tp/jSHFHJaHSu3YxymX5v4bVpqtZpyH4d+HuyCpjVG3fNDSmrlVM2YYRRJ5qlXyHluK9aAa8BWzFFi29UfEi+6c9iHmM+rtqsT9H3DJqYw500cwuMaTtlvodMNPs79MFZeWgu2RDlMLY4tgRjhkvtCNQAIZLkjDhcpG6kJ8phxDMUoChQQ4Zw0ohBJOdSsa0RVYb4RiEnGqCvU09qNtDaO2iKhIUTXaV41tnSdkRgjQggwV7iAzmBU2VA1NKjlgODAgCjaaKIAdbYzHSveeWE5UtQLjAszBjA+Hve43dtzHav/vc7hnP8QPPsFZ9HFW6sz5mr3D/Ncybtw//OuzwF97VPYDB8u7fV257e7L9fbq8+Xr9589vGBuRi2bv5Xf/8GUEsDBBQAAgAIAFpnzkgM1XO42g4AAKcbAAAXAAAAdW5pdmVyc2FsL3VuaXZlcnNhbC5wbmftV/lXk1e3fqktWhWH1XpFAsShX1uRglEBmYIIFl01QCSVgoRQUSlTkCEJUwItXxVRSEcGEdBoA2FIjJEpgUSqkLYRohKIEAPaFJCMQkxCJnJf8OvqXXet+xdcfnhX3v3kPec8Z+/n7LP3pcjwMIe1TmsBAHA4djT0BACs2gIAb5WusQcR+x/Eu8Afu+wTYYcB+pDzLGi8nRSMCAYAJnmd5ct3QPvd80djsgFgw/2lx46f0XQGACABx0KDUbnxKimi5YOpbfwXxuNGgAR02m3tQ5z/iNLy8QcJpTvlh1GbHhR/QP/pbVjX5s05NyjfXC/dvqMJ8t6O72rqNE9+J/7AD4jKNihsd/c39q71GKqhN9PVftIRIaNFWPNZS7Lpz8ueJxuI+jH5jxFwX+2Li9C3AMDyaM3IuhEH7esQlEUGtX0VDW7ji2aS43AMKo5b2I3eBAAJdfJSVtOCScGQLPHvoNV3oRouyc+Bo9OiAjNnGUXWVP/3wO9q5Zc+k64HgGL0JdA923e6ga+lTeCQnRTw29LSFXAFXAFXwBVwBVwBV8AVcAVcAf8fglVcy7wA7Jru3QgFO4pNm8HXQ6Eo8J/NSDsACP2/Qd+P3ehx3XfyZ3+pOhkBN/4l71sNjZNmCwN9rrHROLMcP6pSqVcDgGIwkYvtwSFFKk/Pnle/xst+je0Y3aYgiIkgFDTdlatpWrBohdE8qypDAim42Sw51cnhBAFAnGI4Iqj3y8mAcFHXbfUpQkNS+8MjEK2aQqJyntmIKpctQrg5rWBVRg6OwzH/mL9onBHmaCtJ2trJVpDPj6keRdpBn+iIgLkHNUGLc2Txw5lc+MLzEqjeKvDkFY70GGdOCAa153T7IQKrtsHWkzLRVShuULD5v+WlJUqyNga+fjRgrrk6qfIjb6WFCD9luwCSkVrmTGYaG2l9sbHoK42htXJ2NPAdHStQ4/PMUFF2OTZtmUtT35iQpGexvo71KZrtkGA503fW/sDusb89NV2bATez4ypkTUQMDGm20Dlq0w73lOdw0n9NVZ7CxkD+3R5PbMOldsMYrlu9Ihl5MnOeNNzg6EtOT4ulq1PRRYGVqYs9E3m++m1DbDV6QwV29T28buDBTTJ83BUTfowwmST1a7xFGpgxfiiaQD6WNl2mcIIuNgd/4aCWpzo8YZ8957VdZV+oG3od8F2LYnzK9NsIqWH1S50H8dtQIs85N/rQqLCZy9jkHMTa/K/E7vyAK/ujvY42CN2e5Qwj0qvXK1x3XcTeVN9fIA1n4Rr4MuMXyLnEay+eTaXdktjdRtfNKSv2NFI5Gha2LioqSKHmQg+jnL8qPH5GvKYpeDZgbxy/pgwaYT1eGcRxKhSLzypHDDL3ww4W/nWu/UxizT7XjV4JmHpcU1GGaYxecMWZXW7iujZKKiGZMAx+osJIt0RKXnYEZvsD3i3CcQL/pyiR1BbTOUSjicu0Juta5GanVT3YidaJd+snd6tFh/A9kKE5XBBn8xaBHR7cYHUV07KXzjpFklwnShM/kA7QBekc4iW1MXe9tAP0Hf9ResFoWzZo2I3SyL9em9cg3XHmBBAqkydGSq2TVU1ryu3ifTI6nEWDKdtjtO/0k1vMY2hh00s6r7RMipPU4xTOIZ0qkBN7NqLIFMWxeLDTV7Vm/8Grfjar72s9NYMaaRhU6fvgoUe+Wv+KnRdCvHVWum/L+7oYvZr12jma+O/kDd1Ggpt8fm5z4z5beH9rJRQKdZMZXOR3MtH3qZO0p68dj3UyFVlif7f6vOmakYtQUpdpQUbe6HqU8M/64T7/CkaCS+dM5Cva9Aez/mBb9ypGfc9qeg3xHCgeJ6Wc9lX5eT6WNog8kMi+2+oI3OghnOUb5W1nZaZze0Pq+UCSt47l+CKyRG/qRr0ufwX5HonhPy+Ib6QnubaKD5Hik3xvN6SDUbpTnh+nzj5Fj0YF6J8mtvBsVo2toMNGyJ/6OXr8bOdsR6BidOycNJ1G4/TkLDF0bwwx9LVKvO89Ydp2SsubJVuXBHOS/PVfnqvLyiIdHg0kpNdNhUVcmGM2/pIu5htpRDTU023XzoEep9/IeTh8QhzcRtGvqWA+s7AgdpFVYjFiFciSUFUV0okU+x4+WyW5szvthFTLFNkp56cEtgIqY4irGUL1LPx5OUkrn0d4Fi4HXCHCyztEokEMIW+ZZkw4pnCuP+Y8TqBuBvmdmJ9JVDh894ufNmBanCoIYFTMRATqRF78zryaGBcDH5eTlKFgp8QT0UMS6vIu0sHpiNc8IZ1MdZiVs/REaVNtIwYtyR3Xi8vrhQ8q3F3ueF74y7An9J3zOSDDK8EFCNx2ZeVuHbMpL98gJUjsCJ2qsSwjTl4cV2KCDWoHeHxx+LKmquXcchr2PrV0nAqya4V/NukShG/HOq1S+NXTa+VPuap8OY4yTU6cn68+OJRDtjPD2VbYkvePa+9x4yenBdNi7hRKq9C1UY1e19+6SWUGeSNq4yMImS810aVrn79kzyT2Ru2nOh0lCNYrqFNfsyT6tHh88vDdOOzi+LKLaMk963w0tfl9AQfcQX2thxJfIwuUT8MQiddPuX04LfgU9ZCvWFucWZn/4BBCq3Mv94mbZgHtWATu2rUq6eedEeekfpIrNPVkVxoadcVYxwyXavIdHJHtVxqZRT4qTogo8abko9o3ZGQHzZGrJxAl03Pqh9Xye7GrJWo0DSthTc2zEMPVk0TVGz1FKMT+n+MwghvQEnmHw95rfExBc7LvdZekjXKzh9sfCgaPhDc6fiW+m5wQMNHbsOr02w/nF7pbsA0P2biOmsbMho2XyvbpZV+QujcKmBSKK0QKHwPvvDBxIJSP8nSXWr5cPBiJqJ34Xr7kgW3eiESSoX14KVcM07Y+Dimh5EjsHdmyAW5KsyzLASso/TY/5Na0sGTC6f2qqX2yfHay61EyCyLrOmgv5fvVStpYCAQOo+gYsbb43Bs90p8Ve6FvDe3q9H4oK/HIkVn97x9STpcsXYotk7ZFQ9LG0hj0SS0bV5yKE/JhOE3Pw5TFhV/aYTjBz6AvsHVfDh+YJmD8lxXNaU6MJOQ1gvJ45OKjB7XBOxNg37trTUpzH76urZ6cJJt3chZOszbt+lSe2nZquIMsxD5R/QiKy9trROVq4Khn2E3VmqQY7u/eRUratFBrj5yDCpLFeZfUizlujvK+/Jk6At2VtPBiREYOIv282jU3AWdWdTZ8sssjgaM2HqROBefUzZ0+EeXDW47O+loqjGd+I56xI725o+seziv72axtYJa9oF2YZKVeFaKufK3da98rc7gFuxfvak4d997rqnkmzjxf+DrZuPUH/eP/MCw3w4buinmpTuZzloJ4xv6i411Uo+HYBWaR0N9NzgQ/Q4T2/8pb1DFGGCRdC+t802q5X0SQ9fXYvva0tmH01lcYqTbTGSWue4J2auxWpP7DcSpL+59T5i379ibV112eai3oLpwF9dSjH09VMROhXulOjzxuUq7IjPOMINW+vfXCXKXJxAx/o2nRATW/kHqDSqSctvRVxOIraFO1R/llZflpOeYz7yGZkUk7SVYFpnPHY9rZ1Do1u9gmrydrMQevYtL8dHGQKEP44PL1M7xNc6s8ud5nMZCLZ6cL2Tg8TMPKz6QVkbe2Yo1YCcD6qKHwTiBJ2UxFrBr3cBsIq0pxWqW6Ks89KW4/MLpHtv4IglM/G98ogS4lpJSrGVqLqf1KmRG+YYtDe1EK5icTd3SbocA4MA4Dtf6edPHpp6jj8qDFZrLX4OPbl09l9OJ0VTzLWd2iWZPdZzEKi+DmaohixI5ewFXeLIBXGl0acV8ihUzYeTqjlrSDIdG3nkqq84skq/BaMTr+DWmvi/0BOAFeYl+N7s6aeo7J8fCqlh7oYoi/i6VWoLVTXkfpAj6Tx8UkxTPsx2TzsOdwVGfQsiNVsWqyyRGFhg/tE1kyoZUpNeMf6azziLuZgTr2QQ+I2ceh9YbrOl31Sz3fm3L6BK8YzQuBrQ6hQdWQjJ5MKhczxLMtmqN5ZqlmPHiPDxe7fXCEPSOAg9mNVvLCsUuM0twTZac5NnzkEhU4yVZsW6bsTStJdWnl5HnhqqqWzxVRxI0Jl2aBOq0cktlaukrZRDCZ+uKW71BPfKaU8mf+S7VQWeGvPlhAyNpwofnB1Pa7HrVVtOFQ3kK/Jz2m4vINSGh2u9p4hwyeDJE/QqZtV1DXkjPHc39cXiLx5fKxGNn3YED0iSQdcl375DPPdv73UaOqi6AUdxfox5Ik1tt7kLBuVYeEXvbtE4fDgqzuBptlRpX1bIEdfCBaUe9pfllPZvntimTCi5ybqSZC3ROp7n3Csphhy/pWnkZHikSfTKZDEurCoMS7gZXXmrFQMPuFf25tbwwJ0h8oLbvUtJAst38c1/Ymyq4h/2M8WFOkF+PgNov2pWGPx9U3Q0caG0jj6hJiadkxw1yjSTmftSm2alCwsDDcP+pA6Y41FI7xyXM7P/+nZBP9U7LtBsuSznEzzxMJowU5SKwUfQuDa7oP3AWDx8CI6EGf+G9EdR/8e4NNwmS88HftXUFSsHRDsYp0JVFUfv1NoZldz9hSENZPntsggSnn6VJJBo/oXRz76X1vnmXKM1oYaIjzT5ga0A/5a+L2F0+nECaJBDNIjRlBE+PE3mDon20olt6yFfWXY6tsMFPAIn8OMnbDBu33A6c90iZGf6acKNBITbxkYcpYbCPH47lNrr3Kz/2+WfFshnV9qQjnk7SyfMnZuNw/ktIq5qaHJ5CZm6FnzMousE1RKgl71BwN13vnBdBhprQasAeapa8DnlOafT4Oh7njXbbWp3wxQvQbqI0oCDviO+qfxj//Gwe/5V2deYuOSTax15eFueb9pUzc4RURCQCN8p3lRjxT0/WqkWQzZEaiLKilBJVUBOUtipStHi15Uj8AeBW16391f3EmeQtjfBtoS1ARcSawGxmv+dsAT7rkbyPWmpTVAQ54Go0LRSQhkcOdkySJxxoAuI2y7qVCKRSqhmvG6nRiTOcesCNEeaJ8LEWxbYsOZ9YgbKyad7DgPMCxI+Gh9MMJ3/w3UEsDBBQAAgAIAFpnzkhwa966SwAAAGoAAAAbAAAAdW5pdmVyc2FsL3VuaXZlcnNhbC5wbmcueG1ss7GvyM1RKEstKs7Mz7NVMtQzULK34+WyKShKLctMLVeoAIoBBSFASaESyDVCcMszU0oybJXMzUwRYhmpmekZJbZKpuYmcEF9oJEAUEsBAgAAFAACAAgAaGPOSBUOrShkBAAABxEAAB0AAAAAAAAAAQAAAAAAAAAAAHVuaXZlcnNhbC9jb21tb25fbWVzc2FnZXMubG5nUEsBAgAAFAACAAgAaGPOSAh+CyMpAwAAhgwAACcAAAAAAAAAAQAAAAAAnwQAAHVuaXZlcnNhbC9mbGFzaF9wdWJsaXNoaW5nX3NldHRpbmdzLnhtbFBLAQIAABQAAgAIAGhjzkiQtduluAIAAFMKAAAhAAAAAAAAAAEAAAAAAA0IAAB1bml2ZXJzYWwvZmxhc2hfc2tpbl9zZXR0aW5ncy54bWxQSwECAAAUAAIACABoY85IKpYPZ/4CAACXCwAAJgAAAAAAAAABAAAAAAAECwAAdW5pdmVyc2FsL2h0bWxfcHVibGlzaGluZ19zZXR0aW5ncy54bWxQSwECAAAUAAIACABoY85IoU//tJkBAAAdBgAAHwAAAAAAAAABAAAAAABGDgAAdW5pdmVyc2FsL2h0bWxfc2tpbl9zZXR0aW5ncy5qc1BLAQIAABQAAgAIAFpnzkg9PC/RwQAAAOUBAAAaAAAAAAAAAAEAAAAAABwQAAB1bml2ZXJzYWwvaTE4bl9wcmVzZXRzLnhtbFBLAQIAABQAAgAIAFpnzkhR5XXGbwAAAHYAAAAcAAAAAAAAAAEAAAAAABURAAB1bml2ZXJzYWwvbG9jYWxfc2V0dGluZ3MueG1sUEsBAgAAFAACAAgARJRXRyO0Tvv7AgAAsAgAABQAAAAAAAAAAQAAAAAAvhEAAHVuaXZlcnNhbC9wbGF5ZXIueG1sUEsBAgAAFAACAAgAWmfOSMkYfotyAQAA+wIAACkAAAAAAAAAAQAAAAAA6xQAAHVuaXZlcnNhbC9za2luX2N1c3RvbWl6YXRpb25fc2V0dGluZ3MueG1sUEsBAgAAFAACAAgAWmfOSAzVc7jaDgAApxsAABcAAAAAAAAAAAAAAAAApBYAAHVuaXZlcnNhbC91bml2ZXJzYWwucG5nUEsBAgAAFAACAAgAWmfOSHBr3rpLAAAAagAAABsAAAAAAAAAAQAAAAAAsyUAAHVuaXZlcnNhbC91bml2ZXJzYWwucG5nLnhtbFBLBQYAAAAACwALAEkDAAA3JgAAAAA="/>
  <p:tag name="ISPRING_PRESENTATION_TITLE" val="www.33ppt.com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_ULTRA_SCORM_COURSE_ID" val="6EDA41B8-4DD8-484E-A498-8AAF89A1BDA7"/>
  <p:tag name="ISPRINGCLOUDFOLDERID" val="0"/>
  <p:tag name="ISPRINGCLOUDFOLDERPATH" val="Repository"/>
  <p:tag name="ISPRINGONLINEFOLDERID" val="0"/>
  <p:tag name="ISPRINGONLINEFOLDERPATH" val="Content Lis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heme/theme1.xml><?xml version="1.0" encoding="utf-8"?>
<a:theme xmlns:a="http://schemas.openxmlformats.org/drawingml/2006/main" name="www.515ppt.com">
  <a:themeElements>
    <a:clrScheme name="DP0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48280"/>
      </a:accent1>
      <a:accent2>
        <a:srgbClr val="3F3F3F"/>
      </a:accent2>
      <a:accent3>
        <a:srgbClr val="7F7F7F"/>
      </a:accent3>
      <a:accent4>
        <a:srgbClr val="A5A5A5"/>
      </a:accent4>
      <a:accent5>
        <a:srgbClr val="D8D8D8"/>
      </a:accent5>
      <a:accent6>
        <a:srgbClr val="F2F2F2"/>
      </a:accent6>
      <a:hlink>
        <a:srgbClr val="FF0000"/>
      </a:hlink>
      <a:folHlink>
        <a:srgbClr val="954F72"/>
      </a:folHlink>
    </a:clrScheme>
    <a:fontScheme name="Temp">
      <a:majorFont>
        <a:latin typeface="微软雅黑" panose="020F0302020204030204"/>
        <a:ea typeface="微软雅黑"/>
        <a:cs typeface="Arial"/>
      </a:majorFont>
      <a:minorFont>
        <a:latin typeface="微软雅黑" panose="020F0302020204030204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707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1746</Words>
  <Application>Microsoft Office PowerPoint</Application>
  <PresentationFormat>宽屏</PresentationFormat>
  <Paragraphs>345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Gill Sans</vt:lpstr>
      <vt:lpstr>Meiryo</vt:lpstr>
      <vt:lpstr>宋体</vt:lpstr>
      <vt:lpstr>微软雅黑</vt:lpstr>
      <vt:lpstr>Arial</vt:lpstr>
      <vt:lpstr>Calibri</vt:lpstr>
      <vt:lpstr>Calibri Light</vt:lpstr>
      <vt:lpstr>Source Sans Pro Light</vt:lpstr>
      <vt:lpstr>Wingdings</vt:lpstr>
      <vt:lpstr>www.515ppt.com</vt:lpstr>
      <vt:lpstr>Office Theme</vt:lpstr>
      <vt:lpstr>PowerPoint 演示文稿</vt:lpstr>
      <vt:lpstr>PowerPoint 演示文稿</vt:lpstr>
      <vt:lpstr>PowerPoint 演示文稿</vt:lpstr>
      <vt:lpstr>公司简介</vt:lpstr>
      <vt:lpstr>经营范围</vt:lpstr>
      <vt:lpstr>团队介绍</vt:lpstr>
      <vt:lpstr>企业荣誉</vt:lpstr>
      <vt:lpstr>PowerPoint 演示文稿</vt:lpstr>
      <vt:lpstr>企业责任</vt:lpstr>
      <vt:lpstr>企业使命</vt:lpstr>
      <vt:lpstr>经营方针</vt:lpstr>
      <vt:lpstr>经营理念</vt:lpstr>
      <vt:lpstr>PowerPoint 演示文稿</vt:lpstr>
      <vt:lpstr>研发背景</vt:lpstr>
      <vt:lpstr>产品介绍</vt:lpstr>
      <vt:lpstr>服务介绍</vt:lpstr>
      <vt:lpstr>配套设施</vt:lpstr>
      <vt:lpstr>PowerPoint 演示文稿</vt:lpstr>
      <vt:lpstr>市场规模</vt:lpstr>
      <vt:lpstr>业绩展示</vt:lpstr>
      <vt:lpstr>合作伙伴</vt:lpstr>
      <vt:lpstr>成功案例</vt:lpstr>
      <vt:lpstr>PowerPoint 演示文稿</vt:lpstr>
      <vt:lpstr>行业前景</vt:lpstr>
      <vt:lpstr>战略目标</vt:lpstr>
      <vt:lpstr>五年规划</vt:lpstr>
      <vt:lpstr>公司前景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http://www.ypppt.com/</dc:description>
  <cp:lastModifiedBy/>
  <cp:revision>1</cp:revision>
  <dcterms:created xsi:type="dcterms:W3CDTF">2017-02-23T02:39:51Z</dcterms:created>
  <dcterms:modified xsi:type="dcterms:W3CDTF">2020-03-18T15:12:14Z</dcterms:modified>
  <cp:category/>
</cp:coreProperties>
</file>