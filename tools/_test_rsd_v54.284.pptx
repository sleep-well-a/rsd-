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RSD &amp; 含量计算器 v54.284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2743200"/>
            <a:ext cx="11734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药品质量标准研究的瑞士军刀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回收率</a:t>
            </a:r>
          </a:p>
          <a:p>
            <a:pPr/>
          </a:p>
          <a:p>
            <a:pPr lvl="1"/>
            <a:r>
              <a:rPr>
                <a:latin typeface="Calibri"/>
              </a:rPr>
              <a:t>面积归一化法 / 外标法 / 内标法 / 简易
中国药典 9101 验证流程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含量计算</a:t>
            </a:r>
          </a:p>
          <a:p>
            <a:pPr/>
          </a:p>
          <a:p>
            <a:pPr lvl="1"/>
            <a:r>
              <a:rPr>
                <a:latin typeface="Calibri"/>
              </a:rPr>
              <a:t>HPLC / GC / UV 外标法
公式：(A样×W对×P对)/(A对×W样/D样)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统计计算</a:t>
            </a:r>
          </a:p>
          <a:p>
            <a:pPr/>
          </a:p>
          <a:p>
            <a:pPr lvl="1"/>
            <a:r>
              <a:rPr>
                <a:latin typeface="Calibri"/>
              </a:rPr>
              <a:t>均值 / SD / RSD%
所有计算结果自动保存到历史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大功能模块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专业计算器</a:t>
            </a:r>
          </a:p>
          <a:p>
            <a:pPr/>
          </a:p>
          <a:p>
            <a:pPr lvl="1"/>
            <a:r>
              <a:rPr>
                <a:latin typeface="Calibri"/>
              </a:rPr>
              <a:t>双层键盘布局
三角函数 / 阶乘 / 取整
所有输入支持数学表达式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安全评估</a:t>
            </a:r>
          </a:p>
          <a:p>
            <a:pPr/>
          </a:p>
          <a:p>
            <a:pPr lvl="1"/>
            <a:r>
              <a:rPr>
                <a:latin typeface="Calibri"/>
              </a:rPr>
              <a:t>Function('use strict')
沙箱求值
焦点保护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单文件 PWA</a:t>
            </a:r>
          </a:p>
          <a:p>
            <a:pPr/>
          </a:p>
          <a:p>
            <a:pPr lvl="1"/>
            <a:r>
              <a:rPr>
                <a:latin typeface="Calibri"/>
              </a:rPr>
              <a:t>HTML/CSS/JS 无外部依赖
SheetJS CDN 导出 Excel
localStorage 200 条历史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技术特性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工具链 (v54.284)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645920"/>
          <a:ext cx="11734495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5997632"/>
                <a:gridCol w="3715923"/>
                <a:gridCol w="2020940"/>
              </a:tblGrid>
              <a:tr h="32004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用途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位置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scan_i18n_hardcoded.py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扫 i18n 漏网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tools/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scan_html_typos.py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扫 HTML typo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tools/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audit_a11y_aria.py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aria 判据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tools/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axe-core Puppeteer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WCAG 2.0 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tests/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chartjs-plugin-a11y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图表键盘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tests/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pdf-a11y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PDF 审计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tests/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v54.284 工具链覆盖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645920"/>
          <a:ext cx="11734495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101700"/>
                <a:gridCol w="5210467"/>
                <a:gridCol w="4422328"/>
              </a:tblGrid>
              <a:tr h="32004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问题类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历史复发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boolean 反转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apply_codemod_isfinite + dev 自检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4 次（v54.248/271/273/274）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i18n 硬编码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scan_i18n_hardcoded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7 次（v54.276-283）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HTML typo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scan_html_typos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2 次（v54.271/281）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a11y 陷阱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audit_a11y_aria + axe-core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多次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备份时机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pre_edit_backup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2 次（v54.270/283）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改动失控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SOP + SOP 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1 次（v54.272）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2743200"/>
            <a:ext cx="11734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53 / 58 PASS — 3 次连续 EXIT=0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