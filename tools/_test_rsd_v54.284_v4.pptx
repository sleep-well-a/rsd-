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RSD &amp; 含量计算器 v54.284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回收率</a:t>
            </a:r>
          </a:p>
          <a:p>
            <a:pPr/>
          </a:p>
          <a:p>
            <a:pPr lvl="1"/>
            <a:r>
              <a:rPr>
                <a:latin typeface="Calibri"/>
              </a:rPr>
              <a:t>面积归一化法 / 外标法 / 内标法 / 简易
中国药典 9101 验证流程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含量计算</a:t>
            </a:r>
          </a:p>
          <a:p>
            <a:pPr/>
          </a:p>
          <a:p>
            <a:pPr lvl="1"/>
            <a:r>
              <a:rPr>
                <a:latin typeface="Calibri"/>
              </a:rPr>
              <a:t>HPLC / GC / UV 外标法
公式 (A样W对P对)/(A对W样/D样)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统计计算</a:t>
            </a:r>
          </a:p>
          <a:p>
            <a:pPr/>
          </a:p>
          <a:p>
            <a:pPr lvl="1"/>
            <a:r>
              <a:rPr>
                <a:latin typeface="Calibri"/>
              </a:rPr>
              <a:t>均值 / SD / RSD%
所有计算结果自动保存到历史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大功能模块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专业计算器</a:t>
            </a:r>
          </a:p>
          <a:p>
            <a:pPr/>
          </a:p>
          <a:p>
            <a:pPr lvl="1"/>
            <a:r>
              <a:rPr>
                <a:latin typeface="Calibri"/>
              </a:rPr>
              <a:t>双层键盘布局
三角函数 / 阶乘 / 取整
所有输入支持数学表达式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安全评估</a:t>
            </a:r>
          </a:p>
          <a:p>
            <a:pPr/>
          </a:p>
          <a:p>
            <a:pPr lvl="1"/>
            <a:r>
              <a:rPr>
                <a:latin typeface="Calibri"/>
              </a:rPr>
              <a:t>Function use strict
沙箱求值
焦点保护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单文件 PWA</a:t>
            </a:r>
          </a:p>
          <a:p>
            <a:pPr/>
          </a:p>
          <a:p>
            <a:pPr lvl="1"/>
            <a:r>
              <a:rPr>
                <a:latin typeface="Calibri"/>
              </a:rPr>
              <a:t>HTML/CSS/JS 无外部依赖
SheetJS CDN 导出 Excel
localStorage 200 条历史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工具链 (v54.284)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静态扫描器</a:t>
            </a:r>
          </a:p>
          <a:p>
            <a:pPr/>
          </a:p>
          <a:p>
            <a:pPr lvl="1"/>
            <a:r>
              <a:rPr>
                <a:latin typeface="Calibri"/>
              </a:rPr>
              <a:t>scan_i18n_hardcoded 扫 i18n 漏网
scan_html_typos 扫 HTML typo
audit_a11y_aria aria 判据
均在 tools/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Puppeteer 测试</a:t>
            </a:r>
          </a:p>
          <a:p>
            <a:pPr/>
          </a:p>
          <a:p>
            <a:pPr lvl="1"/>
            <a:r>
              <a:rPr>
                <a:latin typeface="Calibri"/>
              </a:rPr>
              <a:t>axe-core WCAG 2.0 AA
chartjs-plugin-a11y 图表键盘
pdf-a11y PDF 审计
均在 tests/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工具链覆盖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高频问题</a:t>
            </a:r>
          </a:p>
          <a:p>
            <a:pPr/>
          </a:p>
          <a:p>
            <a:pPr lvl="1"/>
            <a:r>
              <a:rPr>
                <a:latin typeface="Calibri"/>
              </a:rPr>
              <a:t>boolean 反转 4 次 v54.248-274
i18n 硬编码 7 次 v54.276-283
HTML typo 2 次 v54.271/281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防御层</a:t>
            </a:r>
          </a:p>
          <a:p>
            <a:pPr/>
          </a:p>
          <a:p>
            <a:pPr lvl="1"/>
            <a:r>
              <a:rPr>
                <a:latin typeface="Calibri"/>
              </a:rPr>
              <a:t>a11y 陷阱 多次
备份时机 2 次 v54.270/283
改动失控 1 次 v54.272
全部已有 SOP + 工具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